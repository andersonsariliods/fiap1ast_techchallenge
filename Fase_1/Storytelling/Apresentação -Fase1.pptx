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3"/>
  </p:notesMasterIdLst>
  <p:handoutMasterIdLst>
    <p:handoutMasterId r:id="rId14"/>
  </p:handoutMasterIdLst>
  <p:sldIdLst>
    <p:sldId id="410" r:id="rId5"/>
    <p:sldId id="383" r:id="rId6"/>
    <p:sldId id="413" r:id="rId7"/>
    <p:sldId id="391" r:id="rId8"/>
    <p:sldId id="414" r:id="rId9"/>
    <p:sldId id="415" r:id="rId10"/>
    <p:sldId id="416" r:id="rId11"/>
    <p:sldId id="398" r:id="rId12"/>
  </p:sldIdLst>
  <p:sldSz cx="12192000" cy="6858000"/>
  <p:notesSz cx="6858000" cy="9144000"/>
  <p:defaultTextStyle>
    <a:defPPr rtl="0">
      <a:defRPr lang="pt-BR"/>
    </a:defPPr>
    <a:lvl1pPr marL="0" algn="l" defTabSz="914400" rtl="0" eaLnBrk="1" latinLnBrk="0" hangingPunct="1">
      <a:defRPr lang="pt-BR" sz="1800" kern="1200">
        <a:solidFill>
          <a:schemeClr val="tx1"/>
        </a:solidFill>
        <a:latin typeface="+mn-lt"/>
        <a:ea typeface="+mn-ea"/>
        <a:cs typeface="+mn-cs"/>
      </a:defRPr>
    </a:lvl1pPr>
    <a:lvl2pPr marL="457200" algn="l" defTabSz="914400" rtl="0" eaLnBrk="1" latinLnBrk="0" hangingPunct="1">
      <a:defRPr lang="pt-BR" sz="1800" kern="1200">
        <a:solidFill>
          <a:schemeClr val="tx1"/>
        </a:solidFill>
        <a:latin typeface="+mn-lt"/>
        <a:ea typeface="+mn-ea"/>
        <a:cs typeface="+mn-cs"/>
      </a:defRPr>
    </a:lvl2pPr>
    <a:lvl3pPr marL="914400" algn="l" defTabSz="914400" rtl="0" eaLnBrk="1" latinLnBrk="0" hangingPunct="1">
      <a:defRPr lang="pt-BR" sz="1800" kern="1200">
        <a:solidFill>
          <a:schemeClr val="tx1"/>
        </a:solidFill>
        <a:latin typeface="+mn-lt"/>
        <a:ea typeface="+mn-ea"/>
        <a:cs typeface="+mn-cs"/>
      </a:defRPr>
    </a:lvl3pPr>
    <a:lvl4pPr marL="1371600" algn="l" defTabSz="914400" rtl="0" eaLnBrk="1" latinLnBrk="0" hangingPunct="1">
      <a:defRPr lang="pt-BR" sz="1800" kern="1200">
        <a:solidFill>
          <a:schemeClr val="tx1"/>
        </a:solidFill>
        <a:latin typeface="+mn-lt"/>
        <a:ea typeface="+mn-ea"/>
        <a:cs typeface="+mn-cs"/>
      </a:defRPr>
    </a:lvl4pPr>
    <a:lvl5pPr marL="1828800" algn="l" defTabSz="914400" rtl="0" eaLnBrk="1" latinLnBrk="0" hangingPunct="1">
      <a:defRPr lang="pt-BR" sz="1800" kern="1200">
        <a:solidFill>
          <a:schemeClr val="tx1"/>
        </a:solidFill>
        <a:latin typeface="+mn-lt"/>
        <a:ea typeface="+mn-ea"/>
        <a:cs typeface="+mn-cs"/>
      </a:defRPr>
    </a:lvl5pPr>
    <a:lvl6pPr marL="2286000" algn="l" defTabSz="914400" rtl="0" eaLnBrk="1" latinLnBrk="0" hangingPunct="1">
      <a:defRPr lang="pt-BR" sz="1800" kern="1200">
        <a:solidFill>
          <a:schemeClr val="tx1"/>
        </a:solidFill>
        <a:latin typeface="+mn-lt"/>
        <a:ea typeface="+mn-ea"/>
        <a:cs typeface="+mn-cs"/>
      </a:defRPr>
    </a:lvl6pPr>
    <a:lvl7pPr marL="2743200" algn="l" defTabSz="914400" rtl="0" eaLnBrk="1" latinLnBrk="0" hangingPunct="1">
      <a:defRPr lang="pt-BR" sz="1800" kern="1200">
        <a:solidFill>
          <a:schemeClr val="tx1"/>
        </a:solidFill>
        <a:latin typeface="+mn-lt"/>
        <a:ea typeface="+mn-ea"/>
        <a:cs typeface="+mn-cs"/>
      </a:defRPr>
    </a:lvl7pPr>
    <a:lvl8pPr marL="3200400" algn="l" defTabSz="914400" rtl="0" eaLnBrk="1" latinLnBrk="0" hangingPunct="1">
      <a:defRPr lang="pt-BR" sz="1800" kern="1200">
        <a:solidFill>
          <a:schemeClr val="tx1"/>
        </a:solidFill>
        <a:latin typeface="+mn-lt"/>
        <a:ea typeface="+mn-ea"/>
        <a:cs typeface="+mn-cs"/>
      </a:defRPr>
    </a:lvl8pPr>
    <a:lvl9pPr marL="3657600" algn="l" defTabSz="914400" rtl="0" eaLnBrk="1" latinLnBrk="0" hangingPunct="1">
      <a:defRPr lang="pt-B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73123" autoAdjust="0"/>
  </p:normalViewPr>
  <p:slideViewPr>
    <p:cSldViewPr snapToGrid="0">
      <p:cViewPr varScale="1">
        <p:scale>
          <a:sx n="81" d="100"/>
          <a:sy n="81" d="100"/>
        </p:scale>
        <p:origin x="1914"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82" d="100"/>
          <a:sy n="82" d="100"/>
        </p:scale>
        <p:origin x="3942"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ço Reservado para Data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pt-BR" sz="1200"/>
            </a:lvl1pPr>
          </a:lstStyle>
          <a:p>
            <a:pPr rtl="0"/>
            <a:fld id="{2F41AB2A-FCB0-449C-94A2-E3FFDC5F192E}" type="datetime1">
              <a:rPr lang="pt-BR" smtClean="0"/>
              <a:t>02/05/2026</a:t>
            </a:fld>
            <a:endParaRPr lang="pt-BR" dirty="0"/>
          </a:p>
        </p:txBody>
      </p:sp>
      <p:sp>
        <p:nvSpPr>
          <p:cNvPr id="6" name="Espaço Reservado para o Número do Slide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pt-BR" sz="1200"/>
            </a:lvl1pPr>
          </a:lstStyle>
          <a:p>
            <a:pPr rtl="0"/>
            <a:fld id="{E2C230DF-5933-439D-898F-38E9AC9BA688}" type="slidenum">
              <a:rPr lang="pt-BR" smtClean="0"/>
              <a:t>‹nº›</a:t>
            </a:fld>
            <a:endParaRPr lang="pt-BR" dirty="0"/>
          </a:p>
        </p:txBody>
      </p:sp>
      <p:sp>
        <p:nvSpPr>
          <p:cNvPr id="7" name="Espaço Reservado para Rodapé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pt-BR" sz="1200"/>
            </a:lvl1pPr>
          </a:lstStyle>
          <a:p>
            <a:pPr rtl="0"/>
            <a:endParaRPr lang="pt-BR" dirty="0"/>
          </a:p>
        </p:txBody>
      </p:sp>
      <p:sp>
        <p:nvSpPr>
          <p:cNvPr id="8" name="Espaço Reservado para Cabeçalho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pt-BR" sz="1200"/>
            </a:lvl1pPr>
          </a:lstStyle>
          <a:p>
            <a:pPr rtl="0"/>
            <a:endParaRPr lang="pt-BR"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pt-BR" sz="1200"/>
            </a:lvl1pPr>
          </a:lstStyle>
          <a:p>
            <a:pPr rtl="0"/>
            <a:endParaRPr lang="pt-BR" dirty="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pt-BR" sz="1200"/>
            </a:lvl1pPr>
          </a:lstStyle>
          <a:p>
            <a:fld id="{6F315709-B4D1-47A8-A516-AEABF47ED22D}" type="datetime1">
              <a:rPr lang="pt-BR" smtClean="0"/>
              <a:pPr/>
              <a:t>02/05/2026</a:t>
            </a:fld>
            <a:endParaRPr lang="pt-BR" dirty="0"/>
          </a:p>
        </p:txBody>
      </p:sp>
      <p:sp>
        <p:nvSpPr>
          <p:cNvPr id="4" name="Espaço Reservado para Imagem do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pt-BR"/>
            </a:defPPr>
          </a:lstStyle>
          <a:p>
            <a:pPr rtl="0"/>
            <a:endParaRPr lang="pt-BR" dirty="0"/>
          </a:p>
        </p:txBody>
      </p:sp>
      <p:sp>
        <p:nvSpPr>
          <p:cNvPr id="5" name="Espaço Reservado para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pt-BR" sz="1200"/>
            </a:lvl1pPr>
          </a:lstStyle>
          <a:p>
            <a:pPr rtl="0"/>
            <a:endParaRPr lang="pt-BR" dirty="0"/>
          </a:p>
        </p:txBody>
      </p:sp>
      <p:sp>
        <p:nvSpPr>
          <p:cNvPr id="7" name="Espaço Reservado para o Número do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pt-BR" sz="1200"/>
            </a:lvl1pPr>
          </a:lstStyle>
          <a:p>
            <a:pPr rtl="0"/>
            <a:fld id="{A89C7E07-3C67-C64C-8DA0-0404F6303970}" type="slidenum">
              <a:rPr lang="pt-BR" smtClean="0"/>
              <a:t>‹nº›</a:t>
            </a:fld>
            <a:endParaRPr lang="pt-BR"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lang="pt-BR" sz="1200" kern="1200">
        <a:solidFill>
          <a:schemeClr val="tx1"/>
        </a:solidFill>
        <a:latin typeface="+mn-lt"/>
        <a:ea typeface="+mn-ea"/>
        <a:cs typeface="+mn-cs"/>
      </a:defRPr>
    </a:lvl1pPr>
    <a:lvl2pPr marL="457200" algn="l" defTabSz="914400" rtl="0" eaLnBrk="1" latinLnBrk="0" hangingPunct="1">
      <a:defRPr lang="pt-BR" sz="1200" kern="1200">
        <a:solidFill>
          <a:schemeClr val="tx1"/>
        </a:solidFill>
        <a:latin typeface="+mn-lt"/>
        <a:ea typeface="+mn-ea"/>
        <a:cs typeface="+mn-cs"/>
      </a:defRPr>
    </a:lvl2pPr>
    <a:lvl3pPr marL="914400" algn="l" defTabSz="914400" rtl="0" eaLnBrk="1" latinLnBrk="0" hangingPunct="1">
      <a:defRPr lang="pt-BR" sz="1200" kern="1200">
        <a:solidFill>
          <a:schemeClr val="tx1"/>
        </a:solidFill>
        <a:latin typeface="+mn-lt"/>
        <a:ea typeface="+mn-ea"/>
        <a:cs typeface="+mn-cs"/>
      </a:defRPr>
    </a:lvl3pPr>
    <a:lvl4pPr marL="1371600" algn="l" defTabSz="914400" rtl="0" eaLnBrk="1" latinLnBrk="0" hangingPunct="1">
      <a:defRPr lang="pt-BR" sz="1200" kern="1200">
        <a:solidFill>
          <a:schemeClr val="tx1"/>
        </a:solidFill>
        <a:latin typeface="+mn-lt"/>
        <a:ea typeface="+mn-ea"/>
        <a:cs typeface="+mn-cs"/>
      </a:defRPr>
    </a:lvl4pPr>
    <a:lvl5pPr marL="1828800" algn="l" defTabSz="914400" rtl="0" eaLnBrk="1" latinLnBrk="0" hangingPunct="1">
      <a:defRPr lang="pt-BR" sz="1200" kern="1200">
        <a:solidFill>
          <a:schemeClr val="tx1"/>
        </a:solidFill>
        <a:latin typeface="+mn-lt"/>
        <a:ea typeface="+mn-ea"/>
        <a:cs typeface="+mn-cs"/>
      </a:defRPr>
    </a:lvl5pPr>
    <a:lvl6pPr marL="2286000" algn="l" defTabSz="914400" rtl="0" eaLnBrk="1" latinLnBrk="0" hangingPunct="1">
      <a:defRPr lang="pt-BR" sz="1200" kern="1200">
        <a:solidFill>
          <a:schemeClr val="tx1"/>
        </a:solidFill>
        <a:latin typeface="+mn-lt"/>
        <a:ea typeface="+mn-ea"/>
        <a:cs typeface="+mn-cs"/>
      </a:defRPr>
    </a:lvl6pPr>
    <a:lvl7pPr marL="2743200" algn="l" defTabSz="914400" rtl="0" eaLnBrk="1" latinLnBrk="0" hangingPunct="1">
      <a:defRPr lang="pt-BR" sz="1200" kern="1200">
        <a:solidFill>
          <a:schemeClr val="tx1"/>
        </a:solidFill>
        <a:latin typeface="+mn-lt"/>
        <a:ea typeface="+mn-ea"/>
        <a:cs typeface="+mn-cs"/>
      </a:defRPr>
    </a:lvl7pPr>
    <a:lvl8pPr marL="3200400" algn="l" defTabSz="914400" rtl="0" eaLnBrk="1" latinLnBrk="0" hangingPunct="1">
      <a:defRPr lang="pt-BR" sz="1200" kern="1200">
        <a:solidFill>
          <a:schemeClr val="tx1"/>
        </a:solidFill>
        <a:latin typeface="+mn-lt"/>
        <a:ea typeface="+mn-ea"/>
        <a:cs typeface="+mn-cs"/>
      </a:defRPr>
    </a:lvl8pPr>
    <a:lvl9pPr marL="3657600" algn="l" defTabSz="914400" rtl="0" eaLnBrk="1" latinLnBrk="0" hangingPunct="1">
      <a:defRPr lang="pt-B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A89C7E07-3C67-C64C-8DA0-0404F6303970}" type="slidenum">
              <a:rPr lang="pt-BR" smtClean="0"/>
              <a:t>1</a:t>
            </a:fld>
            <a:endParaRPr lang="pt-BR"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A89C7E07-3C67-C64C-8DA0-0404F6303970}" type="slidenum">
              <a:rPr lang="pt-BR" smtClean="0"/>
              <a:t>2</a:t>
            </a:fld>
            <a:endParaRPr lang="pt-BR"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1ABB9-63FA-D3A5-F412-BDF02DC5501B}"/>
            </a:ext>
          </a:extLst>
        </p:cNvPr>
        <p:cNvGrpSpPr/>
        <p:nvPr/>
      </p:nvGrpSpPr>
      <p:grpSpPr>
        <a:xfrm>
          <a:off x="0" y="0"/>
          <a:ext cx="0" cy="0"/>
          <a:chOff x="0" y="0"/>
          <a:chExt cx="0" cy="0"/>
        </a:xfrm>
      </p:grpSpPr>
      <p:sp>
        <p:nvSpPr>
          <p:cNvPr id="2" name="Espaço Reservado para Imagem do Slide 1">
            <a:extLst>
              <a:ext uri="{FF2B5EF4-FFF2-40B4-BE49-F238E27FC236}">
                <a16:creationId xmlns:a16="http://schemas.microsoft.com/office/drawing/2014/main" id="{67F5074C-1D47-2CEA-F285-E98809105B5B}"/>
              </a:ext>
            </a:extLst>
          </p:cNvPr>
          <p:cNvSpPr>
            <a:spLocks noGrp="1" noRot="1" noChangeAspect="1"/>
          </p:cNvSpPr>
          <p:nvPr>
            <p:ph type="sldImg"/>
          </p:nvPr>
        </p:nvSpPr>
        <p:spPr/>
      </p:sp>
      <p:sp>
        <p:nvSpPr>
          <p:cNvPr id="3" name="Espaço Reservado para Notas 2">
            <a:extLst>
              <a:ext uri="{FF2B5EF4-FFF2-40B4-BE49-F238E27FC236}">
                <a16:creationId xmlns:a16="http://schemas.microsoft.com/office/drawing/2014/main" id="{4D25D864-CB8D-217D-0F86-56F70293C946}"/>
              </a:ext>
            </a:extLst>
          </p:cNvPr>
          <p:cNvSpPr>
            <a:spLocks noGrp="1"/>
          </p:cNvSpPr>
          <p:nvPr>
            <p:ph type="body" idx="1"/>
          </p:nvPr>
        </p:nvSpPr>
        <p:spPr/>
        <p:txBody>
          <a:bodyPr rtlCol="0"/>
          <a:lstStyle>
            <a:defPPr>
              <a:defRPr lang="pt-BR"/>
            </a:defPPr>
          </a:lstStyle>
          <a:p>
            <a:pPr rtl="0"/>
            <a:r>
              <a:rPr lang="pt-BR" dirty="0"/>
              <a:t>Com a expansão do nosso </a:t>
            </a:r>
            <a:r>
              <a:rPr lang="pt-BR" dirty="0" err="1"/>
              <a:t>e-comerce</a:t>
            </a:r>
            <a:r>
              <a:rPr lang="pt-BR" dirty="0"/>
              <a:t>, acumulamos um faturamento de R$1.085M.</a:t>
            </a:r>
          </a:p>
          <a:p>
            <a:pPr rtl="0"/>
            <a:r>
              <a:rPr lang="pt-BR" dirty="0"/>
              <a:t>A região sul é a maior contribuinte do faturamento, representando 21% da participação</a:t>
            </a:r>
          </a:p>
          <a:p>
            <a:pPr rtl="0"/>
            <a:r>
              <a:rPr lang="pt-BR" dirty="0"/>
              <a:t>Vale ressaltar que a o faturamento das demais regiões seguem bastante uniformes. </a:t>
            </a:r>
          </a:p>
        </p:txBody>
      </p:sp>
      <p:sp>
        <p:nvSpPr>
          <p:cNvPr id="4" name="Espaço Reservado para o Número do Slide 3">
            <a:extLst>
              <a:ext uri="{FF2B5EF4-FFF2-40B4-BE49-F238E27FC236}">
                <a16:creationId xmlns:a16="http://schemas.microsoft.com/office/drawing/2014/main" id="{4BD95232-0B9F-F7D9-E664-DAC58221A93D}"/>
              </a:ext>
            </a:extLst>
          </p:cNvPr>
          <p:cNvSpPr>
            <a:spLocks noGrp="1"/>
          </p:cNvSpPr>
          <p:nvPr>
            <p:ph type="sldNum" sz="quarter" idx="5"/>
          </p:nvPr>
        </p:nvSpPr>
        <p:spPr/>
        <p:txBody>
          <a:bodyPr rtlCol="0"/>
          <a:lstStyle>
            <a:defPPr>
              <a:defRPr lang="pt-BR"/>
            </a:defPPr>
          </a:lstStyle>
          <a:p>
            <a:pPr rtl="0"/>
            <a:fld id="{A89C7E07-3C67-C64C-8DA0-0404F6303970}" type="slidenum">
              <a:rPr lang="pt-BR" smtClean="0"/>
              <a:t>3</a:t>
            </a:fld>
            <a:endParaRPr lang="pt-BR" dirty="0"/>
          </a:p>
        </p:txBody>
      </p:sp>
    </p:spTree>
    <p:extLst>
      <p:ext uri="{BB962C8B-B14F-4D97-AF65-F5344CB8AC3E}">
        <p14:creationId xmlns:p14="http://schemas.microsoft.com/office/powerpoint/2010/main" val="3384636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A89C7E07-3C67-C64C-8DA0-0404F6303970}" type="slidenum">
              <a:rPr lang="pt-BR" smtClean="0"/>
              <a:t>4</a:t>
            </a:fld>
            <a:endParaRPr lang="pt-BR" dirty="0"/>
          </a:p>
        </p:txBody>
      </p:sp>
    </p:spTree>
    <p:extLst>
      <p:ext uri="{BB962C8B-B14F-4D97-AF65-F5344CB8AC3E}">
        <p14:creationId xmlns:p14="http://schemas.microsoft.com/office/powerpoint/2010/main" val="390827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358DF-69DA-E3A4-76DE-43747B77AF79}"/>
            </a:ext>
          </a:extLst>
        </p:cNvPr>
        <p:cNvGrpSpPr/>
        <p:nvPr/>
      </p:nvGrpSpPr>
      <p:grpSpPr>
        <a:xfrm>
          <a:off x="0" y="0"/>
          <a:ext cx="0" cy="0"/>
          <a:chOff x="0" y="0"/>
          <a:chExt cx="0" cy="0"/>
        </a:xfrm>
      </p:grpSpPr>
      <p:sp>
        <p:nvSpPr>
          <p:cNvPr id="2" name="Espaço Reservado para Imagem do Slide 1">
            <a:extLst>
              <a:ext uri="{FF2B5EF4-FFF2-40B4-BE49-F238E27FC236}">
                <a16:creationId xmlns:a16="http://schemas.microsoft.com/office/drawing/2014/main" id="{43CBC8B1-0A4E-E426-58EC-EB5B14677596}"/>
              </a:ext>
            </a:extLst>
          </p:cNvPr>
          <p:cNvSpPr>
            <a:spLocks noGrp="1" noRot="1" noChangeAspect="1"/>
          </p:cNvSpPr>
          <p:nvPr>
            <p:ph type="sldImg"/>
          </p:nvPr>
        </p:nvSpPr>
        <p:spPr/>
      </p:sp>
      <p:sp>
        <p:nvSpPr>
          <p:cNvPr id="3" name="Espaço Reservado para Notas 2">
            <a:extLst>
              <a:ext uri="{FF2B5EF4-FFF2-40B4-BE49-F238E27FC236}">
                <a16:creationId xmlns:a16="http://schemas.microsoft.com/office/drawing/2014/main" id="{F1D66C3C-BF5E-7084-FF57-C81A946CDF22}"/>
              </a:ext>
            </a:extLst>
          </p:cNvPr>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a:extLst>
              <a:ext uri="{FF2B5EF4-FFF2-40B4-BE49-F238E27FC236}">
                <a16:creationId xmlns:a16="http://schemas.microsoft.com/office/drawing/2014/main" id="{EE8AA72C-98B0-12A6-A28C-202F692D320B}"/>
              </a:ext>
            </a:extLst>
          </p:cNvPr>
          <p:cNvSpPr>
            <a:spLocks noGrp="1"/>
          </p:cNvSpPr>
          <p:nvPr>
            <p:ph type="sldNum" sz="quarter" idx="5"/>
          </p:nvPr>
        </p:nvSpPr>
        <p:spPr/>
        <p:txBody>
          <a:bodyPr rtlCol="0"/>
          <a:lstStyle>
            <a:defPPr>
              <a:defRPr lang="pt-BR"/>
            </a:defPPr>
          </a:lstStyle>
          <a:p>
            <a:pPr rtl="0"/>
            <a:fld id="{A89C7E07-3C67-C64C-8DA0-0404F6303970}" type="slidenum">
              <a:rPr lang="pt-BR" smtClean="0"/>
              <a:t>5</a:t>
            </a:fld>
            <a:endParaRPr lang="pt-BR" dirty="0"/>
          </a:p>
        </p:txBody>
      </p:sp>
    </p:spTree>
    <p:extLst>
      <p:ext uri="{BB962C8B-B14F-4D97-AF65-F5344CB8AC3E}">
        <p14:creationId xmlns:p14="http://schemas.microsoft.com/office/powerpoint/2010/main" val="1026602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38968-471D-D636-085B-CD134A477A06}"/>
            </a:ext>
          </a:extLst>
        </p:cNvPr>
        <p:cNvGrpSpPr/>
        <p:nvPr/>
      </p:nvGrpSpPr>
      <p:grpSpPr>
        <a:xfrm>
          <a:off x="0" y="0"/>
          <a:ext cx="0" cy="0"/>
          <a:chOff x="0" y="0"/>
          <a:chExt cx="0" cy="0"/>
        </a:xfrm>
      </p:grpSpPr>
      <p:sp>
        <p:nvSpPr>
          <p:cNvPr id="2" name="Espaço Reservado para Imagem do Slide 1">
            <a:extLst>
              <a:ext uri="{FF2B5EF4-FFF2-40B4-BE49-F238E27FC236}">
                <a16:creationId xmlns:a16="http://schemas.microsoft.com/office/drawing/2014/main" id="{34A9D671-64B9-4176-A8B5-77E32B1155D0}"/>
              </a:ext>
            </a:extLst>
          </p:cNvPr>
          <p:cNvSpPr>
            <a:spLocks noGrp="1" noRot="1" noChangeAspect="1"/>
          </p:cNvSpPr>
          <p:nvPr>
            <p:ph type="sldImg"/>
          </p:nvPr>
        </p:nvSpPr>
        <p:spPr/>
      </p:sp>
      <p:sp>
        <p:nvSpPr>
          <p:cNvPr id="3" name="Espaço Reservado para Notas 2">
            <a:extLst>
              <a:ext uri="{FF2B5EF4-FFF2-40B4-BE49-F238E27FC236}">
                <a16:creationId xmlns:a16="http://schemas.microsoft.com/office/drawing/2014/main" id="{970C0CC1-BF1D-4BE6-2932-D80B6E7D965F}"/>
              </a:ext>
            </a:extLst>
          </p:cNvPr>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a:extLst>
              <a:ext uri="{FF2B5EF4-FFF2-40B4-BE49-F238E27FC236}">
                <a16:creationId xmlns:a16="http://schemas.microsoft.com/office/drawing/2014/main" id="{79BB6791-B6C7-43D9-6D60-AF2BDE1C4D27}"/>
              </a:ext>
            </a:extLst>
          </p:cNvPr>
          <p:cNvSpPr>
            <a:spLocks noGrp="1"/>
          </p:cNvSpPr>
          <p:nvPr>
            <p:ph type="sldNum" sz="quarter" idx="5"/>
          </p:nvPr>
        </p:nvSpPr>
        <p:spPr/>
        <p:txBody>
          <a:bodyPr rtlCol="0"/>
          <a:lstStyle>
            <a:defPPr>
              <a:defRPr lang="pt-BR"/>
            </a:defPPr>
          </a:lstStyle>
          <a:p>
            <a:pPr rtl="0"/>
            <a:fld id="{A89C7E07-3C67-C64C-8DA0-0404F6303970}" type="slidenum">
              <a:rPr lang="pt-BR" smtClean="0"/>
              <a:t>6</a:t>
            </a:fld>
            <a:endParaRPr lang="pt-BR" dirty="0"/>
          </a:p>
        </p:txBody>
      </p:sp>
    </p:spTree>
    <p:extLst>
      <p:ext uri="{BB962C8B-B14F-4D97-AF65-F5344CB8AC3E}">
        <p14:creationId xmlns:p14="http://schemas.microsoft.com/office/powerpoint/2010/main" val="1175641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2EB2-7B4C-1E10-390A-2A3F554734CB}"/>
            </a:ext>
          </a:extLst>
        </p:cNvPr>
        <p:cNvGrpSpPr/>
        <p:nvPr/>
      </p:nvGrpSpPr>
      <p:grpSpPr>
        <a:xfrm>
          <a:off x="0" y="0"/>
          <a:ext cx="0" cy="0"/>
          <a:chOff x="0" y="0"/>
          <a:chExt cx="0" cy="0"/>
        </a:xfrm>
      </p:grpSpPr>
      <p:sp>
        <p:nvSpPr>
          <p:cNvPr id="2" name="Espaço Reservado para Imagem do Slide 1">
            <a:extLst>
              <a:ext uri="{FF2B5EF4-FFF2-40B4-BE49-F238E27FC236}">
                <a16:creationId xmlns:a16="http://schemas.microsoft.com/office/drawing/2014/main" id="{404847F3-368D-50F6-CB0B-51FEF0C4D6E9}"/>
              </a:ext>
            </a:extLst>
          </p:cNvPr>
          <p:cNvSpPr>
            <a:spLocks noGrp="1" noRot="1" noChangeAspect="1"/>
          </p:cNvSpPr>
          <p:nvPr>
            <p:ph type="sldImg"/>
          </p:nvPr>
        </p:nvSpPr>
        <p:spPr/>
      </p:sp>
      <p:sp>
        <p:nvSpPr>
          <p:cNvPr id="3" name="Espaço Reservado para Notas 2">
            <a:extLst>
              <a:ext uri="{FF2B5EF4-FFF2-40B4-BE49-F238E27FC236}">
                <a16:creationId xmlns:a16="http://schemas.microsoft.com/office/drawing/2014/main" id="{6DDC9D54-5630-B826-F225-24544F693207}"/>
              </a:ext>
            </a:extLst>
          </p:cNvPr>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a:extLst>
              <a:ext uri="{FF2B5EF4-FFF2-40B4-BE49-F238E27FC236}">
                <a16:creationId xmlns:a16="http://schemas.microsoft.com/office/drawing/2014/main" id="{B6066B96-4493-29AA-4D07-CA3B3E2E9192}"/>
              </a:ext>
            </a:extLst>
          </p:cNvPr>
          <p:cNvSpPr>
            <a:spLocks noGrp="1"/>
          </p:cNvSpPr>
          <p:nvPr>
            <p:ph type="sldNum" sz="quarter" idx="5"/>
          </p:nvPr>
        </p:nvSpPr>
        <p:spPr/>
        <p:txBody>
          <a:bodyPr rtlCol="0"/>
          <a:lstStyle>
            <a:defPPr>
              <a:defRPr lang="pt-BR"/>
            </a:defPPr>
          </a:lstStyle>
          <a:p>
            <a:pPr rtl="0"/>
            <a:fld id="{A89C7E07-3C67-C64C-8DA0-0404F6303970}" type="slidenum">
              <a:rPr lang="pt-BR" smtClean="0"/>
              <a:t>7</a:t>
            </a:fld>
            <a:endParaRPr lang="pt-BR" dirty="0"/>
          </a:p>
        </p:txBody>
      </p:sp>
    </p:spTree>
    <p:extLst>
      <p:ext uri="{BB962C8B-B14F-4D97-AF65-F5344CB8AC3E}">
        <p14:creationId xmlns:p14="http://schemas.microsoft.com/office/powerpoint/2010/main" val="3083912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p:cNvSpPr>
          <p:nvPr>
            <p:ph type="sldImg"/>
          </p:nvPr>
        </p:nvSpPr>
        <p:spPr/>
      </p:sp>
      <p:sp>
        <p:nvSpPr>
          <p:cNvPr id="3" name="Espaço Reservado para Notas 2"/>
          <p:cNvSpPr>
            <a:spLocks noGrp="1"/>
          </p:cNvSpPr>
          <p:nvPr>
            <p:ph type="body" idx="1"/>
          </p:nvPr>
        </p:nvSpPr>
        <p:spPr/>
        <p:txBody>
          <a:bodyPr rtlCol="0"/>
          <a:lstStyle>
            <a:defPPr>
              <a:defRPr lang="pt-BR"/>
            </a:defPPr>
          </a:lstStyle>
          <a:p>
            <a:pPr rtl="0"/>
            <a:endParaRPr lang="pt-BR" dirty="0"/>
          </a:p>
        </p:txBody>
      </p:sp>
      <p:sp>
        <p:nvSpPr>
          <p:cNvPr id="4" name="Espaço Reservado para o Número do Slide 3"/>
          <p:cNvSpPr>
            <a:spLocks noGrp="1"/>
          </p:cNvSpPr>
          <p:nvPr>
            <p:ph type="sldNum" sz="quarter" idx="5"/>
          </p:nvPr>
        </p:nvSpPr>
        <p:spPr/>
        <p:txBody>
          <a:bodyPr rtlCol="0"/>
          <a:lstStyle>
            <a:defPPr>
              <a:defRPr lang="pt-BR"/>
            </a:defPPr>
          </a:lstStyle>
          <a:p>
            <a:pPr rtl="0"/>
            <a:fld id="{A89C7E07-3C67-C64C-8DA0-0404F6303970}" type="slidenum">
              <a:rPr lang="pt-BR" smtClean="0"/>
              <a:t>8</a:t>
            </a:fld>
            <a:endParaRPr lang="pt-BR"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1">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pt-BR" sz="6000" b="1" i="0" spc="100" baseline="0">
                <a:solidFill>
                  <a:schemeClr val="bg1"/>
                </a:solidFill>
                <a:latin typeface="+mj-lt"/>
              </a:defRPr>
            </a:lvl1pPr>
          </a:lstStyle>
          <a:p>
            <a:pPr rtl="0"/>
            <a:r>
              <a:rPr lang="pt-BR"/>
              <a:t>Clique para adicionar um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a Liv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1" name="Forma Liv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2" name="Forma Liv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cxnSp>
        <p:nvCxnSpPr>
          <p:cNvPr id="13" name="Conector Re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8" name="Forma Liv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9" name="Forma Liv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0" name="Forma Liv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pt-BR"/>
              </a:defPPr>
            </a:lstStyle>
            <a:p>
              <a:pPr rtl="0"/>
              <a:endParaRPr lang="pt-BR" dirty="0"/>
            </a:p>
          </p:txBody>
        </p:sp>
        <p:sp>
          <p:nvSpPr>
            <p:cNvPr id="11" name="Forma Liv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rtlCol="0" anchor="b" anchorCtr="0">
            <a:noAutofit/>
          </a:bodyPr>
          <a:lstStyle>
            <a:lvl1pPr>
              <a:defRPr lang="pt-BR" sz="4400" b="1" i="0" spc="50" baseline="0">
                <a:latin typeface="+mj-lt"/>
              </a:defRPr>
            </a:lvl1pPr>
          </a:lstStyle>
          <a:p>
            <a:pPr rtl="0"/>
            <a:r>
              <a:rPr lang="pt-BR"/>
              <a:t>Clique para adicionar um título </a:t>
            </a:r>
          </a:p>
        </p:txBody>
      </p:sp>
      <p:sp>
        <p:nvSpPr>
          <p:cNvPr id="2" name="Espaço Reservado para Conteúdo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pt-BR" sz="2400" b="1" i="0" kern="1200" dirty="0">
                <a:solidFill>
                  <a:schemeClr val="tx2">
                    <a:lumMod val="75000"/>
                  </a:schemeClr>
                </a:solidFill>
                <a:latin typeface="+mn-lt"/>
                <a:ea typeface="+mn-ea"/>
                <a:cs typeface="+mn-cs"/>
              </a:defRPr>
            </a:lvl1pPr>
            <a:lvl2pPr indent="-283464">
              <a:spcBef>
                <a:spcPts val="600"/>
              </a:spcBef>
              <a:defRPr lang="pt-BR" sz="2000"/>
            </a:lvl2pPr>
            <a:lvl3pPr indent="-283464">
              <a:spcBef>
                <a:spcPts val="1800"/>
              </a:spcBef>
              <a:defRPr lang="pt-BR" sz="2000"/>
            </a:lvl3pPr>
            <a:lvl4pPr indent="-283464">
              <a:spcBef>
                <a:spcPts val="1800"/>
              </a:spcBef>
              <a:defRPr lang="pt-BR" sz="2000"/>
            </a:lvl4pPr>
            <a:lvl5pPr indent="-283464">
              <a:spcBef>
                <a:spcPts val="1800"/>
              </a:spcBef>
              <a:defRPr lang="pt-BR" sz="2000"/>
            </a:lvl5pPr>
          </a:lstStyle>
          <a:p>
            <a:pPr lvl="0" rtl="0"/>
            <a:r>
              <a:rPr lang="pt-BR"/>
              <a:t>Clique para adicionar conteúdo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43" name="Espaço Reservado para o Número do Slide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pt-BR"/>
            </a:defPPr>
          </a:lstStyle>
          <a:p>
            <a:pPr rtl="0"/>
            <a:fld id="{294A09A9-5501-47C1-A89A-A340965A2BE2}" type="slidenum">
              <a:rPr lang="pt-BR" smtClean="0"/>
              <a:pPr rtl="0"/>
              <a:t>‹nº›</a:t>
            </a:fld>
            <a:endParaRPr lang="pt-BR" dirty="0">
              <a:latin typeface="+mn-lt"/>
            </a:endParaRPr>
          </a:p>
        </p:txBody>
      </p:sp>
      <p:sp>
        <p:nvSpPr>
          <p:cNvPr id="42" name="Espaço Reservado para Data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pt-BR"/>
            </a:defPPr>
          </a:lstStyle>
          <a:p>
            <a:pPr rtl="0"/>
            <a:endParaRPr lang="pt-BR" dirty="0">
              <a:latin typeface="+mn-lt"/>
            </a:endParaRPr>
          </a:p>
        </p:txBody>
      </p: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da seção">
    <p:bg>
      <p:bgPr>
        <a:solidFill>
          <a:schemeClr val="accent3"/>
        </a:solidFill>
        <a:effectLst/>
      </p:bgPr>
    </p:bg>
    <p:spTree>
      <p:nvGrpSpPr>
        <p:cNvPr id="1" name=""/>
        <p:cNvGrpSpPr/>
        <p:nvPr/>
      </p:nvGrpSpPr>
      <p:grpSpPr>
        <a:xfrm>
          <a:off x="0" y="0"/>
          <a:ext cx="0" cy="0"/>
          <a:chOff x="0" y="0"/>
          <a:chExt cx="0" cy="0"/>
        </a:xfrm>
      </p:grpSpPr>
      <p:sp>
        <p:nvSpPr>
          <p:cNvPr id="4" name="Espaço Reservado para Imagem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rtlCol="0">
            <a:noAutofit/>
          </a:bodyPr>
          <a:lstStyle>
            <a:lvl1pPr marL="0" indent="0" algn="ctr">
              <a:buNone/>
              <a:defRPr lang="pt-BR" sz="2000">
                <a:solidFill>
                  <a:schemeClr val="tx1"/>
                </a:solidFill>
              </a:defRPr>
            </a:lvl1pPr>
          </a:lstStyle>
          <a:p>
            <a:pPr rtl="0"/>
            <a:r>
              <a:rPr lang="pt-BR"/>
              <a:t>Clique no ícone para adicionar uma imagem</a:t>
            </a:r>
          </a:p>
        </p:txBody>
      </p:sp>
      <p:sp>
        <p:nvSpPr>
          <p:cNvPr id="18" name="Título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rtlCol="0" anchor="b" anchorCtr="0">
            <a:noAutofit/>
          </a:bodyPr>
          <a:lstStyle>
            <a:lvl1pPr>
              <a:defRPr lang="pt-BR" sz="6000" b="1" i="0" baseline="0">
                <a:solidFill>
                  <a:schemeClr val="tx1"/>
                </a:solidFill>
                <a:latin typeface="+mj-lt"/>
              </a:defRPr>
            </a:lvl1pPr>
          </a:lstStyle>
          <a:p>
            <a:pPr rtl="0"/>
            <a:r>
              <a:rPr lang="pt-BR"/>
              <a:t>Clique para adicionar um título </a:t>
            </a:r>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2">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rtlCol="0" anchor="b">
            <a:noAutofit/>
          </a:bodyPr>
          <a:lstStyle>
            <a:lvl1pPr algn="l">
              <a:lnSpc>
                <a:spcPct val="80000"/>
              </a:lnSpc>
              <a:defRPr lang="pt-BR" sz="6000" b="1" i="0" spc="100" baseline="0">
                <a:solidFill>
                  <a:schemeClr val="bg1"/>
                </a:solidFill>
                <a:latin typeface="+mj-lt"/>
              </a:defRPr>
            </a:lvl1pPr>
          </a:lstStyle>
          <a:p>
            <a:pPr rtl="0"/>
            <a:r>
              <a:rPr lang="pt-BR"/>
              <a:t>Clique para adicionar um título </a:t>
            </a:r>
          </a:p>
        </p:txBody>
      </p:sp>
      <p:sp>
        <p:nvSpPr>
          <p:cNvPr id="6" name="Espaço Reservado para Imagem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rtlCol="0">
            <a:normAutofit/>
          </a:bodyPr>
          <a:lstStyle>
            <a:lvl1pPr marL="0" indent="0" algn="ctr">
              <a:buNone/>
              <a:defRPr lang="pt-BR" sz="2000"/>
            </a:lvl1pPr>
          </a:lstStyle>
          <a:p>
            <a:pPr rtl="0"/>
            <a:r>
              <a:rPr lang="pt-BR"/>
              <a:t>Clique no ícone para adicionar uma imagem</a:t>
            </a:r>
          </a:p>
        </p:txBody>
      </p:sp>
      <p:sp>
        <p:nvSpPr>
          <p:cNvPr id="18" name="Espaço Reservado para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rtlCol="0">
            <a:noAutofit/>
          </a:bodyPr>
          <a:lstStyle>
            <a:lvl1pPr marL="0" indent="0">
              <a:buNone/>
              <a:defRPr lang="pt-BR" sz="2400" b="1" i="0">
                <a:solidFill>
                  <a:schemeClr val="tx2">
                    <a:lumMod val="75000"/>
                  </a:schemeClr>
                </a:solidFill>
                <a:latin typeface="+mn-lt"/>
              </a:defRPr>
            </a:lvl1pPr>
            <a:lvl2pPr>
              <a:defRPr lang="pt-BR" sz="4000"/>
            </a:lvl2pPr>
            <a:lvl3pPr>
              <a:defRPr lang="pt-BR" sz="4000"/>
            </a:lvl3pPr>
            <a:lvl4pPr>
              <a:defRPr lang="pt-BR" sz="4000"/>
            </a:lvl4pPr>
            <a:lvl5pPr>
              <a:defRPr lang="pt-BR" sz="4000"/>
            </a:lvl5pPr>
          </a:lstStyle>
          <a:p>
            <a:pPr lvl="0" rtl="0"/>
            <a:r>
              <a:rPr lang="pt-BR"/>
              <a:t>Clique para adicionar o texto</a:t>
            </a:r>
          </a:p>
        </p:txBody>
      </p: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sumo 2">
    <p:bg>
      <p:bgPr>
        <a:solidFill>
          <a:schemeClr val="tx1"/>
        </a:solidFill>
        <a:effectLst/>
      </p:bgPr>
    </p:bg>
    <p:spTree>
      <p:nvGrpSpPr>
        <p:cNvPr id="1" name=""/>
        <p:cNvGrpSpPr/>
        <p:nvPr/>
      </p:nvGrpSpPr>
      <p:grpSpPr>
        <a:xfrm>
          <a:off x="0" y="0"/>
          <a:ext cx="0" cy="0"/>
          <a:chOff x="0" y="0"/>
          <a:chExt cx="0" cy="0"/>
        </a:xfrm>
      </p:grpSpPr>
      <p:grpSp>
        <p:nvGrpSpPr>
          <p:cNvPr id="10" name="Grupo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orma Livre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2" name="Forma Livre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3" name="Forma Livre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rtlCol="0" anchor="b" anchorCtr="0">
            <a:noAutofit/>
          </a:bodyPr>
          <a:lstStyle>
            <a:lvl1pPr>
              <a:defRPr lang="pt-BR" sz="4400" b="1" i="0">
                <a:latin typeface="+mj-lt"/>
              </a:defRPr>
            </a:lvl1pPr>
          </a:lstStyle>
          <a:p>
            <a:pPr rtl="0"/>
            <a:r>
              <a:rPr lang="pt-BR"/>
              <a:t>Clique para adicionar um título </a:t>
            </a:r>
          </a:p>
        </p:txBody>
      </p:sp>
      <p:sp>
        <p:nvSpPr>
          <p:cNvPr id="2" name="Espaço Reservado para Conteúdo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rtlCol="0">
            <a:normAutofit/>
          </a:bodyPr>
          <a:lstStyle>
            <a:lvl1pPr marL="283464" indent="-283464">
              <a:spcBef>
                <a:spcPts val="1800"/>
              </a:spcBef>
              <a:buFont typeface="Arial" panose="020B0604020202020204" pitchFamily="34" charset="0"/>
              <a:buChar char="•"/>
              <a:defRPr lang="pt-BR" sz="2000"/>
            </a:lvl1pPr>
            <a:lvl2pPr indent="-283464">
              <a:spcBef>
                <a:spcPts val="1800"/>
              </a:spcBef>
              <a:defRPr lang="pt-BR" sz="2000"/>
            </a:lvl2pPr>
            <a:lvl3pPr indent="-283464">
              <a:spcBef>
                <a:spcPts val="1800"/>
              </a:spcBef>
              <a:defRPr lang="pt-BR" sz="2000"/>
            </a:lvl3pPr>
            <a:lvl4pPr indent="-283464">
              <a:spcBef>
                <a:spcPts val="1800"/>
              </a:spcBef>
              <a:defRPr lang="pt-BR" sz="2000"/>
            </a:lvl4pPr>
            <a:lvl5pPr indent="-283464">
              <a:spcBef>
                <a:spcPts val="1800"/>
              </a:spcBef>
              <a:defRPr lang="pt-BR" sz="2000"/>
            </a:lvl5pPr>
          </a:lstStyle>
          <a:p>
            <a:pPr lvl="0" rtl="0"/>
            <a:r>
              <a:rPr lang="pt-BR"/>
              <a:t>Clique para adicionar conteúdo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8" name="Espaço Reservado para o Número do Slide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rtlCol="0"/>
          <a:lstStyle>
            <a:defPPr>
              <a:defRPr lang="pt-BR"/>
            </a:defPPr>
          </a:lstStyle>
          <a:p>
            <a:pPr rtl="0"/>
            <a:fld id="{294A09A9-5501-47C1-A89A-A340965A2BE2}" type="slidenum">
              <a:rPr lang="pt-BR" smtClean="0"/>
              <a:pPr rtl="0"/>
              <a:t>‹nº›</a:t>
            </a:fld>
            <a:endParaRPr lang="pt-BR" dirty="0">
              <a:latin typeface="+mn-lt"/>
            </a:endParaRPr>
          </a:p>
        </p:txBody>
      </p:sp>
      <p:sp>
        <p:nvSpPr>
          <p:cNvPr id="5" name="Espaço Reservado para Data 4">
            <a:extLst>
              <a:ext uri="{FF2B5EF4-FFF2-40B4-BE49-F238E27FC236}">
                <a16:creationId xmlns:a16="http://schemas.microsoft.com/office/drawing/2014/main" id="{E9272B8D-F380-9F1A-C8E6-BDD2352B1763}"/>
              </a:ext>
            </a:extLst>
          </p:cNvPr>
          <p:cNvSpPr>
            <a:spLocks noGrp="1"/>
          </p:cNvSpPr>
          <p:nvPr>
            <p:ph type="dt" sz="half" idx="21"/>
          </p:nvPr>
        </p:nvSpPr>
        <p:spPr/>
        <p:txBody>
          <a:bodyPr rtlCol="0"/>
          <a:lstStyle>
            <a:defPPr>
              <a:defRPr lang="pt-BR"/>
            </a:defPPr>
          </a:lstStyle>
          <a:p>
            <a:pPr rtl="0"/>
            <a:endParaRPr lang="pt-BR"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pt-BR" sz="6000" b="1" i="0" spc="100" baseline="0">
                <a:solidFill>
                  <a:schemeClr val="bg1"/>
                </a:solidFill>
                <a:latin typeface="+mj-lt"/>
              </a:defRPr>
            </a:lvl1pPr>
          </a:lstStyle>
          <a:p>
            <a:pPr rtl="0"/>
            <a:r>
              <a:rPr lang="pt-BR"/>
              <a:t>Clique para adicionar um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a Liv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1" name="Forma Liv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2" name="Forma Liv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18" name="Espaço Reservado para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rtlCol="0">
            <a:noAutofit/>
          </a:bodyPr>
          <a:lstStyle>
            <a:lvl1pPr marL="0" indent="0">
              <a:buNone/>
              <a:defRPr lang="pt-BR" sz="2400" b="1" i="0">
                <a:solidFill>
                  <a:schemeClr val="tx2">
                    <a:lumMod val="75000"/>
                  </a:schemeClr>
                </a:solidFill>
                <a:latin typeface="+mn-lt"/>
              </a:defRPr>
            </a:lvl1pPr>
            <a:lvl2pPr>
              <a:defRPr lang="pt-BR" sz="4000"/>
            </a:lvl2pPr>
            <a:lvl3pPr>
              <a:defRPr lang="pt-BR" sz="4000"/>
            </a:lvl3pPr>
            <a:lvl4pPr>
              <a:defRPr lang="pt-BR" sz="4000"/>
            </a:lvl4pPr>
            <a:lvl5pPr>
              <a:defRPr lang="pt-BR" sz="4000"/>
            </a:lvl5pPr>
          </a:lstStyle>
          <a:p>
            <a:pPr lvl="0" rtl="0"/>
            <a:r>
              <a:rPr lang="pt-BR"/>
              <a:t>Clique para adicionar o texto</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e Dois Conteúdos 2">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a Liv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3" name="Forma Liv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4" name="Forma Liv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rtlCol="0" anchor="b" anchorCtr="0">
            <a:noAutofit/>
          </a:bodyPr>
          <a:lstStyle>
            <a:lvl1pPr>
              <a:defRPr lang="pt-BR" sz="4400" b="1" i="0">
                <a:solidFill>
                  <a:schemeClr val="bg1"/>
                </a:solidFill>
                <a:latin typeface="+mj-lt"/>
              </a:defRPr>
            </a:lvl1pPr>
          </a:lstStyle>
          <a:p>
            <a:pPr rtl="0"/>
            <a:r>
              <a:rPr lang="pt-BR"/>
              <a:t>Clique para adicionar um título </a:t>
            </a:r>
          </a:p>
        </p:txBody>
      </p:sp>
      <p:sp>
        <p:nvSpPr>
          <p:cNvPr id="2" name="Espaço Reservado para Conteúdo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rtlCol="0">
            <a:normAutofit/>
          </a:bodyPr>
          <a:lstStyle>
            <a:lvl1pPr marL="0" indent="0">
              <a:spcBef>
                <a:spcPts val="1800"/>
              </a:spcBef>
              <a:buFont typeface="Arial" panose="020B0604020202020204" pitchFamily="34" charset="0"/>
              <a:buNone/>
              <a:defRPr lang="pt-BR" sz="2000"/>
            </a:lvl1pPr>
            <a:lvl2pPr marL="283464" indent="-283464">
              <a:spcBef>
                <a:spcPts val="1800"/>
              </a:spcBef>
              <a:defRPr lang="pt-BR" sz="2000"/>
            </a:lvl2pPr>
            <a:lvl3pPr marL="594360" indent="-283464">
              <a:spcBef>
                <a:spcPts val="1800"/>
              </a:spcBef>
              <a:defRPr lang="pt-BR" sz="2000"/>
            </a:lvl3pPr>
            <a:lvl4pPr marL="822960" indent="-283464">
              <a:spcBef>
                <a:spcPts val="1800"/>
              </a:spcBef>
              <a:defRPr lang="pt-BR" sz="2000"/>
            </a:lvl4pPr>
            <a:lvl5pPr marL="1005840" indent="-283464">
              <a:spcBef>
                <a:spcPts val="1800"/>
              </a:spcBef>
              <a:defRPr lang="pt-BR" sz="2000"/>
            </a:lvl5pPr>
          </a:lstStyle>
          <a:p>
            <a:pPr lvl="0" rtl="0"/>
            <a:r>
              <a:rPr lang="pt-BR"/>
              <a:t>Clique para adicionar conteúdo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3" name="Espaço Reservado para Conteúdo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rtlCol="0">
            <a:normAutofit/>
          </a:bodyPr>
          <a:lstStyle>
            <a:lvl1pPr marL="0" indent="0">
              <a:spcBef>
                <a:spcPts val="1800"/>
              </a:spcBef>
              <a:buFont typeface="Arial" panose="020B0604020202020204" pitchFamily="34" charset="0"/>
              <a:buNone/>
              <a:defRPr lang="pt-BR" sz="2000"/>
            </a:lvl1pPr>
            <a:lvl2pPr marL="283464" indent="-283464">
              <a:spcBef>
                <a:spcPts val="1800"/>
              </a:spcBef>
              <a:defRPr lang="pt-BR" sz="2000"/>
            </a:lvl2pPr>
            <a:lvl3pPr marL="548640" indent="-283464">
              <a:spcBef>
                <a:spcPts val="1800"/>
              </a:spcBef>
              <a:defRPr lang="pt-BR" sz="2000"/>
            </a:lvl3pPr>
            <a:lvl4pPr marL="822960" indent="-283464">
              <a:spcBef>
                <a:spcPts val="1800"/>
              </a:spcBef>
              <a:defRPr lang="pt-BR" sz="2000"/>
            </a:lvl4pPr>
            <a:lvl5pPr marL="1005840" indent="-283464">
              <a:spcBef>
                <a:spcPts val="1800"/>
              </a:spcBef>
              <a:defRPr lang="pt-BR" sz="2000"/>
            </a:lvl5pPr>
          </a:lstStyle>
          <a:p>
            <a:pPr lvl="0" rtl="0"/>
            <a:r>
              <a:rPr lang="pt-BR"/>
              <a:t>Clique para adicionar conteúdo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o Número do Slid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pt-BR"/>
            </a:defPPr>
          </a:lstStyle>
          <a:p>
            <a:pPr rtl="0"/>
            <a:fld id="{294A09A9-5501-47C1-A89A-A340965A2BE2}" type="slidenum">
              <a:rPr lang="pt-BR" smtClean="0"/>
              <a:pPr rtl="0"/>
              <a:t>‹nº›</a:t>
            </a:fld>
            <a:endParaRPr lang="pt-BR" dirty="0">
              <a:latin typeface="+mn-lt"/>
            </a:endParaRPr>
          </a:p>
        </p:txBody>
      </p:sp>
      <p:sp>
        <p:nvSpPr>
          <p:cNvPr id="8" name="Espaço Reservado para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pt-BR"/>
            </a:defPPr>
          </a:lstStyle>
          <a:p>
            <a:pPr rtl="0"/>
            <a:endParaRPr lang="pt-BR" dirty="0">
              <a:latin typeface="+mn-lt"/>
            </a:endParaRPr>
          </a:p>
        </p:txBody>
      </p: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e Conteúdo ">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Forma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3" name="Forma Livre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4" name="Forma Livre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8" name="Forma Livre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pt-BR"/>
              </a:defPPr>
            </a:lstStyle>
            <a:p>
              <a:pPr rtl="0"/>
              <a:endParaRPr lang="pt-BR" dirty="0"/>
            </a:p>
          </p:txBody>
        </p:sp>
        <p:sp>
          <p:nvSpPr>
            <p:cNvPr id="19" name="Forma Livre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rtlCol="0" anchor="b" anchorCtr="0">
            <a:noAutofit/>
          </a:bodyPr>
          <a:lstStyle>
            <a:lvl1pPr>
              <a:defRPr lang="pt-BR" sz="4400" b="1" i="0">
                <a:solidFill>
                  <a:schemeClr val="bg1"/>
                </a:solidFill>
                <a:latin typeface="+mj-lt"/>
              </a:defRPr>
            </a:lvl1pPr>
          </a:lstStyle>
          <a:p>
            <a:pPr rtl="0"/>
            <a:r>
              <a:rPr lang="pt-BR"/>
              <a:t>Clique para adicionar um título </a:t>
            </a:r>
          </a:p>
        </p:txBody>
      </p:sp>
      <p:sp>
        <p:nvSpPr>
          <p:cNvPr id="7" name="Espaço Reservado para Conteú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rtlCol="0">
            <a:normAutofit/>
          </a:bodyPr>
          <a:lstStyle>
            <a:lvl1pPr marL="457200" indent="-457200">
              <a:spcBef>
                <a:spcPts val="1800"/>
              </a:spcBef>
              <a:buFont typeface="+mj-lt"/>
              <a:buAutoNum type="arabicPeriod"/>
              <a:defRPr lang="pt-BR" sz="2000"/>
            </a:lvl1pPr>
            <a:lvl2pPr marL="914400" indent="-457200">
              <a:spcBef>
                <a:spcPts val="1800"/>
              </a:spcBef>
              <a:buFont typeface="+mj-lt"/>
              <a:buAutoNum type="alphaLcPeriod"/>
              <a:defRPr lang="pt-BR" sz="2000"/>
            </a:lvl2pPr>
            <a:lvl3pPr marL="1371600" indent="-457200">
              <a:spcBef>
                <a:spcPts val="1800"/>
              </a:spcBef>
              <a:buFont typeface="+mj-lt"/>
              <a:buAutoNum type="arabicParenR"/>
              <a:defRPr lang="pt-BR" sz="2000"/>
            </a:lvl3pPr>
            <a:lvl4pPr marL="1371600" indent="0">
              <a:spcBef>
                <a:spcPts val="1800"/>
              </a:spcBef>
              <a:buFont typeface="+mj-lt"/>
              <a:buNone/>
              <a:defRPr lang="pt-BR" sz="2000"/>
            </a:lvl4pPr>
            <a:lvl5pPr marL="2286000" indent="-457200">
              <a:spcBef>
                <a:spcPts val="1800"/>
              </a:spcBef>
              <a:buFont typeface="+mj-lt"/>
              <a:buAutoNum type="arabicPeriod"/>
              <a:defRPr lang="pt-BR" sz="2000"/>
            </a:lvl5pPr>
          </a:lstStyle>
          <a:p>
            <a:pPr lvl="0" rtl="0"/>
            <a:r>
              <a:rPr lang="pt-BR"/>
              <a:t>Clique para adicionar conteúdo</a:t>
            </a:r>
          </a:p>
          <a:p>
            <a:pPr lvl="1" rtl="0"/>
            <a:r>
              <a:rPr lang="pt-BR"/>
              <a:t>Segundo nível</a:t>
            </a:r>
          </a:p>
          <a:p>
            <a:pPr lvl="2" rtl="0"/>
            <a:r>
              <a:rPr lang="pt-BR"/>
              <a:t>Terceiro nível</a:t>
            </a:r>
          </a:p>
          <a:p>
            <a:pPr lvl="3" rtl="0"/>
            <a:endParaRPr lang="pt-BR" dirty="0"/>
          </a:p>
        </p:txBody>
      </p:sp>
      <p:sp>
        <p:nvSpPr>
          <p:cNvPr id="2" name="Espaço Reservado para Conteúdo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rtlCol="0">
            <a:normAutofit/>
          </a:bodyPr>
          <a:lstStyle>
            <a:lvl1pPr marL="0" indent="0">
              <a:spcBef>
                <a:spcPts val="1800"/>
              </a:spcBef>
              <a:buFont typeface="Arial" panose="020B0604020202020204" pitchFamily="34" charset="0"/>
              <a:buNone/>
              <a:defRPr lang="pt-BR" sz="2000"/>
            </a:lvl1pPr>
            <a:lvl2pPr marL="283464" indent="-283464">
              <a:spcBef>
                <a:spcPts val="1800"/>
              </a:spcBef>
              <a:defRPr lang="pt-BR" sz="2000"/>
            </a:lvl2pPr>
            <a:lvl3pPr marL="548640" indent="-283464">
              <a:spcBef>
                <a:spcPts val="1800"/>
              </a:spcBef>
              <a:defRPr lang="pt-BR" sz="2000"/>
            </a:lvl3pPr>
            <a:lvl4pPr marL="822960" indent="-283464">
              <a:spcBef>
                <a:spcPts val="1800"/>
              </a:spcBef>
              <a:defRPr lang="pt-BR" sz="2000"/>
            </a:lvl4pPr>
            <a:lvl5pPr marL="1005840" indent="-283464">
              <a:spcBef>
                <a:spcPts val="1800"/>
              </a:spcBef>
              <a:defRPr lang="pt-BR" sz="2000"/>
            </a:lvl5pPr>
          </a:lstStyle>
          <a:p>
            <a:pPr lvl="0" rtl="0"/>
            <a:r>
              <a:rPr lang="pt-BR"/>
              <a:t>Clique para adicionar conteúdo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o Número do Slid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pt-BR"/>
            </a:defPPr>
          </a:lstStyle>
          <a:p>
            <a:pPr rtl="0"/>
            <a:fld id="{294A09A9-5501-47C1-A89A-A340965A2BE2}" type="slidenum">
              <a:rPr lang="pt-BR" smtClean="0"/>
              <a:pPr rtl="0"/>
              <a:t>‹nº›</a:t>
            </a:fld>
            <a:endParaRPr lang="pt-BR" dirty="0">
              <a:latin typeface="+mn-lt"/>
            </a:endParaRPr>
          </a:p>
        </p:txBody>
      </p:sp>
      <p:sp>
        <p:nvSpPr>
          <p:cNvPr id="8" name="Espaço Reservado para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pt-BR"/>
            </a:defPPr>
          </a:lstStyle>
          <a:p>
            <a:pPr rtl="0"/>
            <a:endParaRPr lang="pt-BR"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údo e imagem do título">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rtlCol="0" anchor="b" anchorCtr="0">
            <a:noAutofit/>
          </a:bodyPr>
          <a:lstStyle>
            <a:lvl1pPr>
              <a:defRPr lang="pt-BR" sz="4400" b="1" i="0">
                <a:solidFill>
                  <a:schemeClr val="bg1"/>
                </a:solidFill>
                <a:latin typeface="+mj-lt"/>
              </a:defRPr>
            </a:lvl1pPr>
          </a:lstStyle>
          <a:p>
            <a:pPr rtl="0"/>
            <a:r>
              <a:rPr lang="pt-BR"/>
              <a:t>Clique para adicionar um título </a:t>
            </a:r>
          </a:p>
        </p:txBody>
      </p:sp>
      <p:sp>
        <p:nvSpPr>
          <p:cNvPr id="3" name="Espaço Reservado para Conteúdo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rtlCol="0">
            <a:normAutofit/>
          </a:bodyPr>
          <a:lstStyle>
            <a:lvl1pPr marL="0" indent="0">
              <a:spcBef>
                <a:spcPts val="1800"/>
              </a:spcBef>
              <a:buFont typeface="Arial" panose="020B0604020202020204" pitchFamily="34" charset="0"/>
              <a:buNone/>
              <a:defRPr lang="pt-BR" sz="2000"/>
            </a:lvl1pPr>
            <a:lvl2pPr indent="-283464">
              <a:spcBef>
                <a:spcPts val="1800"/>
              </a:spcBef>
              <a:defRPr lang="pt-BR" sz="2000"/>
            </a:lvl2pPr>
            <a:lvl3pPr indent="-283464">
              <a:spcBef>
                <a:spcPts val="1800"/>
              </a:spcBef>
              <a:defRPr lang="pt-BR" sz="2000"/>
            </a:lvl3pPr>
            <a:lvl4pPr indent="-283464">
              <a:spcBef>
                <a:spcPts val="1800"/>
              </a:spcBef>
              <a:defRPr lang="pt-BR" sz="2000"/>
            </a:lvl4pPr>
            <a:lvl5pPr indent="-283464">
              <a:spcBef>
                <a:spcPts val="1800"/>
              </a:spcBef>
              <a:defRPr lang="pt-BR" sz="2000"/>
            </a:lvl5pPr>
          </a:lstStyle>
          <a:p>
            <a:pPr lvl="0" rtl="0"/>
            <a:r>
              <a:rPr lang="pt-BR"/>
              <a:t>Clique para adicionar conteúdo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2" name="Espaço Reservado para Imagem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rtlCol="0">
            <a:normAutofit/>
          </a:bodyPr>
          <a:lstStyle>
            <a:lvl1pPr marL="0" indent="0" algn="ctr">
              <a:buNone/>
              <a:defRPr lang="pt-BR" sz="2000">
                <a:solidFill>
                  <a:schemeClr val="bg1"/>
                </a:solidFill>
              </a:defRPr>
            </a:lvl1pPr>
          </a:lstStyle>
          <a:p>
            <a:pPr rtl="0"/>
            <a:r>
              <a:rPr lang="pt-BR"/>
              <a:t>Clique no ícone para adicionar uma imagem</a:t>
            </a:r>
          </a:p>
        </p:txBody>
      </p:sp>
      <p:sp>
        <p:nvSpPr>
          <p:cNvPr id="10" name="Espaço Reservado para o Número do Slid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pt-BR"/>
            </a:defPPr>
          </a:lstStyle>
          <a:p>
            <a:pPr rtl="0"/>
            <a:fld id="{294A09A9-5501-47C1-A89A-A340965A2BE2}" type="slidenum">
              <a:rPr lang="pt-BR" smtClean="0"/>
              <a:pPr rtl="0"/>
              <a:t>‹nº›</a:t>
            </a:fld>
            <a:endParaRPr lang="pt-BR" dirty="0">
              <a:latin typeface="+mn-lt"/>
            </a:endParaRPr>
          </a:p>
        </p:txBody>
      </p:sp>
      <p:sp>
        <p:nvSpPr>
          <p:cNvPr id="8" name="Espaço Reservado para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pt-BR"/>
            </a:defPPr>
          </a:lstStyle>
          <a:p>
            <a:pPr rtl="0"/>
            <a:endParaRPr lang="pt-BR"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údo e tabela do título">
    <p:bg>
      <p:bgPr>
        <a:solidFill>
          <a:schemeClr val="tx1"/>
        </a:solidFill>
        <a:effectLst/>
      </p:bgPr>
    </p:bg>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orma Livre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5" name="Forma Livre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7" name="Forma Livre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rtlCol="0" anchor="b" anchorCtr="0">
            <a:noAutofit/>
          </a:bodyPr>
          <a:lstStyle>
            <a:lvl1pPr>
              <a:defRPr lang="pt-BR" sz="4400" b="1" i="0">
                <a:solidFill>
                  <a:schemeClr val="bg1"/>
                </a:solidFill>
                <a:latin typeface="+mj-lt"/>
              </a:defRPr>
            </a:lvl1pPr>
          </a:lstStyle>
          <a:p>
            <a:pPr rtl="0"/>
            <a:r>
              <a:rPr lang="pt-BR"/>
              <a:t>Clique para adicionar um título </a:t>
            </a:r>
          </a:p>
        </p:txBody>
      </p:sp>
      <p:sp>
        <p:nvSpPr>
          <p:cNvPr id="7" name="Espaço Reservado para Conteú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rtlCol="0">
            <a:normAutofit/>
          </a:bodyPr>
          <a:lstStyle>
            <a:lvl1pPr marL="0" indent="0">
              <a:spcBef>
                <a:spcPts val="1800"/>
              </a:spcBef>
              <a:buFont typeface="Arial" panose="020B0604020202020204" pitchFamily="34" charset="0"/>
              <a:buNone/>
              <a:defRPr lang="pt-BR" sz="2000"/>
            </a:lvl1pPr>
            <a:lvl2pPr marL="457200" indent="0">
              <a:spcBef>
                <a:spcPts val="1800"/>
              </a:spcBef>
              <a:buNone/>
              <a:defRPr lang="pt-BR" sz="2000"/>
            </a:lvl2pPr>
            <a:lvl3pPr marL="914400" indent="0">
              <a:spcBef>
                <a:spcPts val="1800"/>
              </a:spcBef>
              <a:buNone/>
              <a:defRPr lang="pt-BR" sz="2000"/>
            </a:lvl3pPr>
            <a:lvl4pPr marL="1371600" indent="0">
              <a:spcBef>
                <a:spcPts val="1800"/>
              </a:spcBef>
              <a:buNone/>
              <a:defRPr lang="pt-BR" sz="2000"/>
            </a:lvl4pPr>
            <a:lvl5pPr marL="1828800" indent="0">
              <a:spcBef>
                <a:spcPts val="1800"/>
              </a:spcBef>
              <a:buNone/>
              <a:defRPr lang="pt-BR" sz="2000"/>
            </a:lvl5pPr>
          </a:lstStyle>
          <a:p>
            <a:pPr lvl="0" rtl="0"/>
            <a:r>
              <a:rPr lang="pt-BR"/>
              <a:t>Clique para adicionar conteúdo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6" name="Espaço Reservado para Conteúd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rtlCol="0">
            <a:normAutofit/>
          </a:bodyPr>
          <a:lstStyle>
            <a:lvl1pPr marL="0" indent="0">
              <a:spcBef>
                <a:spcPts val="1800"/>
              </a:spcBef>
              <a:buNone/>
              <a:defRPr lang="pt-BR" sz="2000"/>
            </a:lvl1pPr>
            <a:lvl2pPr>
              <a:spcBef>
                <a:spcPts val="600"/>
              </a:spcBef>
              <a:defRPr lang="pt-BR" sz="2000"/>
            </a:lvl2pPr>
            <a:lvl3pPr>
              <a:spcBef>
                <a:spcPts val="1800"/>
              </a:spcBef>
              <a:defRPr lang="pt-BR" sz="2000"/>
            </a:lvl3pPr>
            <a:lvl4pPr>
              <a:spcBef>
                <a:spcPts val="1800"/>
              </a:spcBef>
              <a:defRPr lang="pt-BR" sz="2000"/>
            </a:lvl4pPr>
            <a:lvl5pPr>
              <a:spcBef>
                <a:spcPts val="1800"/>
              </a:spcBef>
              <a:defRPr lang="pt-BR" sz="2000"/>
            </a:lvl5pPr>
          </a:lstStyle>
          <a:p>
            <a:pPr lvl="0" rtl="0"/>
            <a:r>
              <a:rPr lang="pt-BR"/>
              <a:t>Clique para adicionar conteúdo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0" name="Espaço Reservado para o Número do Slid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pt-BR"/>
            </a:defPPr>
          </a:lstStyle>
          <a:p>
            <a:pPr rtl="0"/>
            <a:fld id="{294A09A9-5501-47C1-A89A-A340965A2BE2}" type="slidenum">
              <a:rPr lang="pt-BR" smtClean="0"/>
              <a:pPr rtl="0"/>
              <a:t>‹nº›</a:t>
            </a:fld>
            <a:endParaRPr lang="pt-BR" dirty="0">
              <a:latin typeface="+mn-lt"/>
            </a:endParaRPr>
          </a:p>
        </p:txBody>
      </p:sp>
      <p:sp>
        <p:nvSpPr>
          <p:cNvPr id="8" name="Espaço Reservado para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pt-BR"/>
            </a:defPPr>
          </a:lstStyle>
          <a:p>
            <a:pPr rtl="0"/>
            <a:endParaRPr lang="pt-BR"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e Dois Conteúdos">
    <p:bg>
      <p:bgPr>
        <a:solidFill>
          <a:schemeClr val="tx1"/>
        </a:solidFill>
        <a:effectLst/>
      </p:bgPr>
    </p:bg>
    <p:spTree>
      <p:nvGrpSpPr>
        <p:cNvPr id="1" name=""/>
        <p:cNvGrpSpPr/>
        <p:nvPr/>
      </p:nvGrpSpPr>
      <p:grpSpPr>
        <a:xfrm>
          <a:off x="0" y="0"/>
          <a:ext cx="0" cy="0"/>
          <a:chOff x="0" y="0"/>
          <a:chExt cx="0" cy="0"/>
        </a:xfrm>
      </p:grpSpPr>
      <p:grpSp>
        <p:nvGrpSpPr>
          <p:cNvPr id="11" name="Gru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a Liv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3" name="Forma Liv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4" name="Forma Liv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rtlCol="0" anchor="b" anchorCtr="0">
            <a:noAutofit/>
          </a:bodyPr>
          <a:lstStyle>
            <a:lvl1pPr>
              <a:defRPr lang="pt-BR" sz="4400" b="1" i="0">
                <a:solidFill>
                  <a:schemeClr val="bg1"/>
                </a:solidFill>
                <a:latin typeface="+mj-lt"/>
              </a:defRPr>
            </a:lvl1pPr>
          </a:lstStyle>
          <a:p>
            <a:pPr rtl="0"/>
            <a:r>
              <a:rPr lang="pt-BR"/>
              <a:t>Clique para adicionar um título </a:t>
            </a:r>
          </a:p>
        </p:txBody>
      </p:sp>
      <p:sp>
        <p:nvSpPr>
          <p:cNvPr id="6" name="Espaço Reservado para Conteúd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rtlCol="0">
            <a:normAutofit/>
          </a:bodyPr>
          <a:lstStyle>
            <a:lvl1pPr marL="0" indent="0">
              <a:spcBef>
                <a:spcPts val="1800"/>
              </a:spcBef>
              <a:buNone/>
              <a:defRPr lang="pt-BR" sz="2000"/>
            </a:lvl1pPr>
            <a:lvl2pPr>
              <a:spcBef>
                <a:spcPts val="600"/>
              </a:spcBef>
              <a:defRPr lang="pt-BR" sz="2000"/>
            </a:lvl2pPr>
            <a:lvl3pPr>
              <a:spcBef>
                <a:spcPts val="1800"/>
              </a:spcBef>
              <a:defRPr lang="pt-BR" sz="2000"/>
            </a:lvl3pPr>
            <a:lvl4pPr>
              <a:spcBef>
                <a:spcPts val="1800"/>
              </a:spcBef>
              <a:defRPr lang="pt-BR" sz="2000"/>
            </a:lvl4pPr>
            <a:lvl5pPr>
              <a:spcBef>
                <a:spcPts val="1800"/>
              </a:spcBef>
              <a:defRPr lang="pt-BR" sz="2000"/>
            </a:lvl5pPr>
          </a:lstStyle>
          <a:p>
            <a:pPr lvl="0" rtl="0"/>
            <a:r>
              <a:rPr lang="pt-BR" dirty="0"/>
              <a:t>Clique para adicionar conteúdo</a:t>
            </a:r>
          </a:p>
          <a:p>
            <a:pPr lvl="1" rtl="0"/>
            <a:r>
              <a:rPr lang="pt-BR" dirty="0"/>
              <a:t>Segundo nível</a:t>
            </a:r>
          </a:p>
          <a:p>
            <a:pPr lvl="2" rtl="0"/>
            <a:r>
              <a:rPr lang="pt-BR" dirty="0"/>
              <a:t>Terceiro nível</a:t>
            </a:r>
          </a:p>
          <a:p>
            <a:pPr lvl="3" rtl="0"/>
            <a:r>
              <a:rPr lang="pt-BR" dirty="0"/>
              <a:t>Quarto nível</a:t>
            </a:r>
          </a:p>
          <a:p>
            <a:pPr lvl="4" rtl="0"/>
            <a:r>
              <a:rPr lang="pt-BR" dirty="0"/>
              <a:t>Quinto nível</a:t>
            </a:r>
          </a:p>
        </p:txBody>
      </p:sp>
      <p:sp>
        <p:nvSpPr>
          <p:cNvPr id="7" name="Espaço Reservado para Conteúd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rtlCol="0">
            <a:normAutofit/>
          </a:bodyPr>
          <a:lstStyle>
            <a:lvl1pPr marL="342900" indent="-342900">
              <a:spcBef>
                <a:spcPts val="1800"/>
              </a:spcBef>
              <a:buFont typeface="Arial" panose="020B0604020202020204" pitchFamily="34" charset="0"/>
              <a:buChar char="•"/>
              <a:defRPr lang="pt-BR" sz="2000"/>
            </a:lvl1pPr>
            <a:lvl2pPr>
              <a:spcBef>
                <a:spcPts val="1800"/>
              </a:spcBef>
              <a:defRPr lang="pt-BR" sz="2000"/>
            </a:lvl2pPr>
            <a:lvl3pPr>
              <a:spcBef>
                <a:spcPts val="1800"/>
              </a:spcBef>
              <a:defRPr lang="pt-BR" sz="2000"/>
            </a:lvl3pPr>
            <a:lvl4pPr>
              <a:spcBef>
                <a:spcPts val="1800"/>
              </a:spcBef>
              <a:defRPr lang="pt-BR" sz="2000"/>
            </a:lvl4pPr>
            <a:lvl5pPr>
              <a:spcBef>
                <a:spcPts val="1800"/>
              </a:spcBef>
              <a:defRPr lang="pt-BR" sz="2000"/>
            </a:lvl5pPr>
          </a:lstStyle>
          <a:p>
            <a:pPr lvl="0" rtl="0"/>
            <a:r>
              <a:rPr lang="pt-BR"/>
              <a:t>Clique para adicionar conteúdo</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8" name="Espaço Reservado para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pt-BR"/>
            </a:defPPr>
          </a:lstStyle>
          <a:p>
            <a:pPr rtl="0"/>
            <a:endParaRPr lang="pt-BR" dirty="0">
              <a:latin typeface="+mn-lt"/>
            </a:endParaRPr>
          </a:p>
        </p:txBody>
      </p:sp>
      <p:sp>
        <p:nvSpPr>
          <p:cNvPr id="10" name="Espaço Reservado para o Número do Slid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pt-BR"/>
            </a:defPPr>
          </a:lstStyle>
          <a:p>
            <a:pPr rtl="0"/>
            <a:fld id="{294A09A9-5501-47C1-A89A-A340965A2BE2}" type="slidenum">
              <a:rPr lang="pt-BR" smtClean="0"/>
              <a:pPr rtl="0"/>
              <a:t>‹nº›</a:t>
            </a:fld>
            <a:endParaRPr lang="pt-BR"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ela 2">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rtlCol="0" anchor="b" anchorCtr="0">
            <a:noAutofit/>
          </a:bodyPr>
          <a:lstStyle>
            <a:lvl1pPr>
              <a:defRPr lang="pt-BR" sz="4400" b="1" i="0">
                <a:solidFill>
                  <a:schemeClr val="bg1"/>
                </a:solidFill>
                <a:latin typeface="+mj-lt"/>
              </a:defRPr>
            </a:lvl1pPr>
          </a:lstStyle>
          <a:p>
            <a:pPr rtl="0"/>
            <a:r>
              <a:rPr lang="pt-BR"/>
              <a:t>Clique para adicionar um título </a:t>
            </a:r>
          </a:p>
        </p:txBody>
      </p:sp>
      <p:sp>
        <p:nvSpPr>
          <p:cNvPr id="9" name="Espaço Reservado para Tabela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rtlCol="0">
            <a:noAutofit/>
          </a:bodyPr>
          <a:lstStyle>
            <a:lvl1pPr>
              <a:defRPr lang="pt-BR"/>
            </a:lvl1pPr>
          </a:lstStyle>
          <a:p>
            <a:pPr rtl="0"/>
            <a:r>
              <a:rPr lang="pt-BR"/>
              <a:t>Clique no ícone para adicionar tabela</a:t>
            </a:r>
          </a:p>
        </p:txBody>
      </p:sp>
      <p:sp>
        <p:nvSpPr>
          <p:cNvPr id="10" name="Espaço Reservado para o Número do Slid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pt-BR"/>
            </a:defPPr>
          </a:lstStyle>
          <a:p>
            <a:pPr rtl="0"/>
            <a:fld id="{294A09A9-5501-47C1-A89A-A340965A2BE2}" type="slidenum">
              <a:rPr lang="pt-BR" smtClean="0"/>
              <a:pPr rtl="0"/>
              <a:t>‹nº›</a:t>
            </a:fld>
            <a:endParaRPr lang="pt-BR" dirty="0">
              <a:latin typeface="+mn-lt"/>
            </a:endParaRPr>
          </a:p>
        </p:txBody>
      </p:sp>
      <p:sp>
        <p:nvSpPr>
          <p:cNvPr id="8" name="Espaço Reservado para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pt-BR"/>
            </a:defPPr>
          </a:lstStyle>
          <a:p>
            <a:pPr rtl="0"/>
            <a:endParaRPr lang="pt-BR" dirty="0">
              <a:latin typeface="+mn-lt"/>
            </a:endParaRPr>
          </a:p>
        </p:txBody>
      </p: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ítulo 3">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rtlCol="0" anchor="b">
            <a:noAutofit/>
          </a:bodyPr>
          <a:lstStyle>
            <a:lvl1pPr algn="l">
              <a:lnSpc>
                <a:spcPct val="80000"/>
              </a:lnSpc>
              <a:defRPr lang="pt-BR" sz="6000" b="1" i="0" spc="100" baseline="0">
                <a:solidFill>
                  <a:schemeClr val="bg1"/>
                </a:solidFill>
                <a:latin typeface="+mj-lt"/>
              </a:defRPr>
            </a:lvl1pPr>
          </a:lstStyle>
          <a:p>
            <a:pPr rtl="0"/>
            <a:r>
              <a:rPr lang="pt-BR"/>
              <a:t>Clique para adicionar um título </a:t>
            </a:r>
          </a:p>
        </p:txBody>
      </p:sp>
      <p:grpSp>
        <p:nvGrpSpPr>
          <p:cNvPr id="9" name="Gru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orma Liv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1" name="Forma Liv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12" name="Forma Liv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18" name="Espaço Reservado para Tex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rtlCol="0">
            <a:noAutofit/>
          </a:bodyPr>
          <a:lstStyle>
            <a:lvl1pPr marL="0" indent="0">
              <a:buNone/>
              <a:defRPr lang="pt-BR" sz="2400" b="1" i="0">
                <a:solidFill>
                  <a:schemeClr val="tx2">
                    <a:lumMod val="75000"/>
                  </a:schemeClr>
                </a:solidFill>
                <a:latin typeface="+mn-lt"/>
              </a:defRPr>
            </a:lvl1pPr>
            <a:lvl2pPr>
              <a:defRPr lang="pt-BR" sz="4000"/>
            </a:lvl2pPr>
            <a:lvl3pPr>
              <a:defRPr lang="pt-BR" sz="4000"/>
            </a:lvl3pPr>
            <a:lvl4pPr>
              <a:defRPr lang="pt-BR" sz="4000"/>
            </a:lvl4pPr>
            <a:lvl5pPr>
              <a:defRPr lang="pt-BR" sz="4000"/>
            </a:lvl5pPr>
          </a:lstStyle>
          <a:p>
            <a:pPr lvl="0" rtl="0"/>
            <a:r>
              <a:rPr lang="pt-BR"/>
              <a:t>Clique para adicionar o texto</a:t>
            </a:r>
          </a:p>
        </p:txBody>
      </p: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pt-BR"/>
            </a:defPPr>
          </a:lstStyle>
          <a:p>
            <a:pPr lvl="0" rtl="0"/>
            <a:r>
              <a:rPr lang="pt-BR"/>
              <a:t>Clique para editar o texto Mestre</a:t>
            </a:r>
          </a:p>
          <a:p>
            <a:pPr lvl="1" rtl="0"/>
            <a:r>
              <a:rPr lang="pt-BR"/>
              <a:t>Segundo nível</a:t>
            </a:r>
          </a:p>
          <a:p>
            <a:pPr lvl="2" rtl="0"/>
            <a:r>
              <a:rPr lang="pt-BR"/>
              <a:t>Terceiro nível</a:t>
            </a:r>
          </a:p>
          <a:p>
            <a:pPr lvl="3" rtl="0"/>
            <a:r>
              <a:rPr lang="pt-BR"/>
              <a:t>Quarto nível</a:t>
            </a:r>
          </a:p>
          <a:p>
            <a:pPr lvl="4" rtl="0"/>
            <a:r>
              <a:rPr lang="pt-BR"/>
              <a:t>Quinto nível</a:t>
            </a:r>
          </a:p>
        </p:txBody>
      </p:sp>
      <p:sp>
        <p:nvSpPr>
          <p:cNvPr id="12" name="Espaço Reservado para Título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pt-BR"/>
            </a:defPPr>
          </a:lstStyle>
          <a:p>
            <a:pPr rtl="0"/>
            <a:r>
              <a:rPr lang="pt-BR"/>
              <a:t>Clique para editar o estilo de título Mestre</a:t>
            </a:r>
          </a:p>
        </p:txBody>
      </p:sp>
      <p:sp>
        <p:nvSpPr>
          <p:cNvPr id="30" name="Espaço Reservado para Data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pt-BR" sz="1100" b="0" i="0">
                <a:solidFill>
                  <a:schemeClr val="bg1"/>
                </a:solidFill>
                <a:latin typeface="+mn-lt"/>
              </a:defRPr>
            </a:lvl1pPr>
          </a:lstStyle>
          <a:p>
            <a:pPr rtl="0"/>
            <a:endParaRPr lang="pt-BR" dirty="0">
              <a:latin typeface="+mn-lt"/>
            </a:endParaRPr>
          </a:p>
        </p:txBody>
      </p:sp>
      <p:sp>
        <p:nvSpPr>
          <p:cNvPr id="32" name="Espaço Reservado para o Número do Slide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pt-BR" sz="1100" b="1" i="0">
                <a:solidFill>
                  <a:schemeClr val="bg1"/>
                </a:solidFill>
                <a:latin typeface="+mn-lt"/>
              </a:defRPr>
            </a:lvl1pPr>
          </a:lstStyle>
          <a:p>
            <a:pPr rtl="0"/>
            <a:fld id="{294A09A9-5501-47C1-A89A-A340965A2BE2}" type="slidenum">
              <a:rPr lang="pt-BR" smtClean="0"/>
              <a:pPr rtl="0"/>
              <a:t>‹nº›</a:t>
            </a:fld>
            <a:endParaRPr lang="pt-BR"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lang="pt-BR" sz="4400" b="1" i="0" kern="1200" spc="100" baseline="0">
          <a:solidFill>
            <a:schemeClr val="bg1"/>
          </a:solidFill>
          <a:latin typeface="+mj-lt"/>
          <a:ea typeface="+mj-ea"/>
          <a:cs typeface="+mj-cs"/>
        </a:defRPr>
      </a:lvl1pPr>
      <a:lvl2pPr eaLnBrk="1" hangingPunct="1">
        <a:defRPr lang="pt-BR">
          <a:solidFill>
            <a:schemeClr val="tx2"/>
          </a:solidFill>
        </a:defRPr>
      </a:lvl2pPr>
      <a:lvl3pPr eaLnBrk="1" hangingPunct="1">
        <a:defRPr lang="pt-BR">
          <a:solidFill>
            <a:schemeClr val="tx2"/>
          </a:solidFill>
        </a:defRPr>
      </a:lvl3pPr>
      <a:lvl4pPr eaLnBrk="1" hangingPunct="1">
        <a:defRPr lang="pt-BR">
          <a:solidFill>
            <a:schemeClr val="tx2"/>
          </a:solidFill>
        </a:defRPr>
      </a:lvl4pPr>
      <a:lvl5pPr eaLnBrk="1" hangingPunct="1">
        <a:defRPr lang="pt-BR">
          <a:solidFill>
            <a:schemeClr val="tx2"/>
          </a:solidFill>
        </a:defRPr>
      </a:lvl5pPr>
      <a:lvl6pPr eaLnBrk="1" hangingPunct="1">
        <a:defRPr lang="pt-BR">
          <a:solidFill>
            <a:schemeClr val="tx2"/>
          </a:solidFill>
        </a:defRPr>
      </a:lvl6pPr>
      <a:lvl7pPr eaLnBrk="1" hangingPunct="1">
        <a:defRPr lang="pt-BR">
          <a:solidFill>
            <a:schemeClr val="tx2"/>
          </a:solidFill>
        </a:defRPr>
      </a:lvl7pPr>
      <a:lvl8pPr eaLnBrk="1" hangingPunct="1">
        <a:defRPr lang="pt-BR">
          <a:solidFill>
            <a:schemeClr val="tx2"/>
          </a:solidFill>
        </a:defRPr>
      </a:lvl8pPr>
      <a:lvl9pPr eaLnBrk="1" hangingPunct="1">
        <a:defRPr lang="pt-B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pt-B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pt-B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pt-B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pt-B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p:bodyStyle>
    <p:otherStyle>
      <a:defPPr>
        <a:defRPr lang="pt-BR"/>
      </a:defPPr>
      <a:lvl1pPr marL="0" algn="l" defTabSz="914400" rtl="0" eaLnBrk="1" latinLnBrk="0" hangingPunct="1">
        <a:defRPr lang="pt-BR" sz="1800" kern="1200">
          <a:solidFill>
            <a:schemeClr val="tx1"/>
          </a:solidFill>
          <a:latin typeface="+mn-lt"/>
          <a:ea typeface="+mn-ea"/>
          <a:cs typeface="+mn-cs"/>
        </a:defRPr>
      </a:lvl1pPr>
      <a:lvl2pPr marL="457200" algn="l" defTabSz="914400" rtl="0" eaLnBrk="1" latinLnBrk="0" hangingPunct="1">
        <a:defRPr lang="pt-BR" sz="1800" kern="1200">
          <a:solidFill>
            <a:schemeClr val="tx1"/>
          </a:solidFill>
          <a:latin typeface="+mn-lt"/>
          <a:ea typeface="+mn-ea"/>
          <a:cs typeface="+mn-cs"/>
        </a:defRPr>
      </a:lvl2pPr>
      <a:lvl3pPr marL="914400" algn="l" defTabSz="914400" rtl="0" eaLnBrk="1" latinLnBrk="0" hangingPunct="1">
        <a:defRPr lang="pt-BR" sz="1800" kern="1200">
          <a:solidFill>
            <a:schemeClr val="tx1"/>
          </a:solidFill>
          <a:latin typeface="+mn-lt"/>
          <a:ea typeface="+mn-ea"/>
          <a:cs typeface="+mn-cs"/>
        </a:defRPr>
      </a:lvl3pPr>
      <a:lvl4pPr marL="1371600" algn="l" defTabSz="914400" rtl="0" eaLnBrk="1" latinLnBrk="0" hangingPunct="1">
        <a:defRPr lang="pt-BR" sz="1800" kern="1200">
          <a:solidFill>
            <a:schemeClr val="tx1"/>
          </a:solidFill>
          <a:latin typeface="+mn-lt"/>
          <a:ea typeface="+mn-ea"/>
          <a:cs typeface="+mn-cs"/>
        </a:defRPr>
      </a:lvl4pPr>
      <a:lvl5pPr marL="1828800" algn="l" defTabSz="914400" rtl="0" eaLnBrk="1" latinLnBrk="0" hangingPunct="1">
        <a:defRPr lang="pt-BR" sz="1800" kern="1200">
          <a:solidFill>
            <a:schemeClr val="tx1"/>
          </a:solidFill>
          <a:latin typeface="+mn-lt"/>
          <a:ea typeface="+mn-ea"/>
          <a:cs typeface="+mn-cs"/>
        </a:defRPr>
      </a:lvl5pPr>
      <a:lvl6pPr marL="2286000" algn="l" defTabSz="914400" rtl="0" eaLnBrk="1" latinLnBrk="0" hangingPunct="1">
        <a:defRPr lang="pt-BR" sz="1800" kern="1200">
          <a:solidFill>
            <a:schemeClr val="tx1"/>
          </a:solidFill>
          <a:latin typeface="+mn-lt"/>
          <a:ea typeface="+mn-ea"/>
          <a:cs typeface="+mn-cs"/>
        </a:defRPr>
      </a:lvl6pPr>
      <a:lvl7pPr marL="2743200" algn="l" defTabSz="914400" rtl="0" eaLnBrk="1" latinLnBrk="0" hangingPunct="1">
        <a:defRPr lang="pt-BR" sz="1800" kern="1200">
          <a:solidFill>
            <a:schemeClr val="tx1"/>
          </a:solidFill>
          <a:latin typeface="+mn-lt"/>
          <a:ea typeface="+mn-ea"/>
          <a:cs typeface="+mn-cs"/>
        </a:defRPr>
      </a:lvl7pPr>
      <a:lvl8pPr marL="3200400" algn="l" defTabSz="914400" rtl="0" eaLnBrk="1" latinLnBrk="0" hangingPunct="1">
        <a:defRPr lang="pt-BR" sz="1800" kern="1200">
          <a:solidFill>
            <a:schemeClr val="tx1"/>
          </a:solidFill>
          <a:latin typeface="+mn-lt"/>
          <a:ea typeface="+mn-ea"/>
          <a:cs typeface="+mn-cs"/>
        </a:defRPr>
      </a:lvl8pPr>
      <a:lvl9pPr marL="3657600" algn="l" defTabSz="914400" rtl="0" eaLnBrk="1" latinLnBrk="0" hangingPunct="1">
        <a:defRPr lang="pt-B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B1D9D6-2977-ABCD-FDF8-51AFA5064E54}"/>
              </a:ext>
            </a:extLst>
          </p:cNvPr>
          <p:cNvSpPr>
            <a:spLocks noGrp="1"/>
          </p:cNvSpPr>
          <p:nvPr>
            <p:ph type="ctrTitle"/>
          </p:nvPr>
        </p:nvSpPr>
        <p:spPr>
          <a:xfrm>
            <a:off x="3838755" y="411479"/>
            <a:ext cx="7957549" cy="3291840"/>
          </a:xfrm>
        </p:spPr>
        <p:txBody>
          <a:bodyPr rtlCol="0"/>
          <a:lstStyle>
            <a:defPPr>
              <a:defRPr lang="pt-BR"/>
            </a:defPPr>
          </a:lstStyle>
          <a:p>
            <a:pPr rtl="0">
              <a:lnSpc>
                <a:spcPct val="100000"/>
              </a:lnSpc>
            </a:pPr>
            <a:r>
              <a:rPr lang="pt-BR" dirty="0"/>
              <a:t>E-Commerce</a:t>
            </a:r>
            <a:br>
              <a:rPr lang="pt-BR" dirty="0"/>
            </a:br>
            <a:r>
              <a:rPr lang="pt-BR" sz="3600" dirty="0">
                <a:solidFill>
                  <a:schemeClr val="bg1">
                    <a:lumMod val="65000"/>
                    <a:lumOff val="35000"/>
                  </a:schemeClr>
                </a:solidFill>
              </a:rPr>
              <a:t>Análise de satisfação dos clientes</a:t>
            </a:r>
            <a:endParaRPr lang="pt-BR" dirty="0">
              <a:solidFill>
                <a:schemeClr val="bg1">
                  <a:lumMod val="65000"/>
                  <a:lumOff val="35000"/>
                </a:schemeClr>
              </a:solidFill>
            </a:endParaRP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pt-BR"/>
            </a:defPPr>
          </a:lstStyle>
          <a:p>
            <a:pPr rtl="0"/>
            <a:r>
              <a:rPr lang="pt-BR"/>
              <a:t>Agenda</a:t>
            </a:r>
          </a:p>
        </p:txBody>
      </p:sp>
      <p:sp>
        <p:nvSpPr>
          <p:cNvPr id="3" name="Espaço Reservado para Texto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rtlCol="0"/>
          <a:lstStyle>
            <a:defPPr>
              <a:defRPr lang="pt-BR"/>
            </a:defPPr>
          </a:lstStyle>
          <a:p>
            <a:pPr rtl="0"/>
            <a:r>
              <a:rPr lang="pt-BR" dirty="0"/>
              <a:t>Nossos desafios</a:t>
            </a:r>
          </a:p>
          <a:p>
            <a:pPr rtl="0"/>
            <a:r>
              <a:rPr lang="pt-BR" dirty="0"/>
              <a:t>Satisfação dos clientes</a:t>
            </a:r>
          </a:p>
          <a:p>
            <a:pPr rtl="0"/>
            <a:r>
              <a:rPr lang="pt-BR" dirty="0"/>
              <a:t>Iniciativas e Riscos</a:t>
            </a:r>
          </a:p>
          <a:p>
            <a:pPr rtl="0"/>
            <a:endParaRPr lang="pt-BR" dirty="0"/>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387E7-625C-021C-B21B-273428B85E05}"/>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91084836-218C-6D3B-39B2-FFB716579D64}"/>
              </a:ext>
            </a:extLst>
          </p:cNvPr>
          <p:cNvSpPr>
            <a:spLocks noGrp="1"/>
          </p:cNvSpPr>
          <p:nvPr>
            <p:ph type="title"/>
          </p:nvPr>
        </p:nvSpPr>
        <p:spPr>
          <a:xfrm>
            <a:off x="381000" y="102875"/>
            <a:ext cx="11430000" cy="773425"/>
          </a:xfrm>
        </p:spPr>
        <p:txBody>
          <a:bodyPr rtlCol="0"/>
          <a:lstStyle>
            <a:defPPr>
              <a:defRPr lang="pt-BR"/>
            </a:defPPr>
          </a:lstStyle>
          <a:p>
            <a:pPr rtl="0"/>
            <a:r>
              <a:rPr lang="pt-BR" dirty="0"/>
              <a:t>Nossos desafios</a:t>
            </a:r>
          </a:p>
        </p:txBody>
      </p:sp>
      <p:sp>
        <p:nvSpPr>
          <p:cNvPr id="7" name="Espaço Reservado para Texto 6">
            <a:extLst>
              <a:ext uri="{FF2B5EF4-FFF2-40B4-BE49-F238E27FC236}">
                <a16:creationId xmlns:a16="http://schemas.microsoft.com/office/drawing/2014/main" id="{52ECD2FF-24D0-BAB2-4398-417643EC0FDC}"/>
              </a:ext>
            </a:extLst>
          </p:cNvPr>
          <p:cNvSpPr>
            <a:spLocks noGrp="1"/>
          </p:cNvSpPr>
          <p:nvPr>
            <p:ph sz="quarter" idx="13"/>
          </p:nvPr>
        </p:nvSpPr>
        <p:spPr>
          <a:xfrm>
            <a:off x="6939781" y="2411046"/>
            <a:ext cx="4871219" cy="2035908"/>
          </a:xfrm>
        </p:spPr>
        <p:txBody>
          <a:bodyPr rtlCol="0">
            <a:normAutofit/>
          </a:bodyPr>
          <a:lstStyle>
            <a:defPPr>
              <a:defRPr lang="pt-BR"/>
            </a:defPPr>
          </a:lstStyle>
          <a:p>
            <a:pPr marL="0" indent="0">
              <a:buNone/>
            </a:pPr>
            <a:r>
              <a:rPr lang="pt-BR" sz="1600" dirty="0">
                <a:latin typeface="Arial" panose="020B0604020202020204" pitchFamily="34" charset="0"/>
                <a:cs typeface="Arial" panose="020B0604020202020204" pitchFamily="34" charset="0"/>
              </a:rPr>
              <a:t>Com a expansão do nosso e-commerce nacional, passamos a lidar </a:t>
            </a:r>
            <a:r>
              <a:rPr lang="pt-BR" sz="1600" b="1" dirty="0">
                <a:latin typeface="Arial" panose="020B0604020202020204" pitchFamily="34" charset="0"/>
                <a:cs typeface="Arial" panose="020B0604020202020204" pitchFamily="34" charset="0"/>
              </a:rPr>
              <a:t>com um volume crescente de pedidos, entregas e interações</a:t>
            </a:r>
            <a:r>
              <a:rPr lang="pt-BR" sz="1600" dirty="0">
                <a:latin typeface="Arial" panose="020B0604020202020204" pitchFamily="34" charset="0"/>
                <a:cs typeface="Arial" panose="020B0604020202020204" pitchFamily="34" charset="0"/>
              </a:rPr>
              <a:t>. </a:t>
            </a:r>
          </a:p>
          <a:p>
            <a:pPr marL="0" indent="0">
              <a:buNone/>
            </a:pPr>
            <a:r>
              <a:rPr lang="pt-BR" sz="1600" dirty="0">
                <a:latin typeface="Arial" panose="020B0604020202020204" pitchFamily="34" charset="0"/>
                <a:cs typeface="Arial" panose="020B0604020202020204" pitchFamily="34" charset="0"/>
              </a:rPr>
              <a:t>Ao todo acumulamos um faturamento total de </a:t>
            </a:r>
            <a:r>
              <a:rPr lang="pt-BR" sz="1600" b="1" dirty="0">
                <a:latin typeface="Arial" panose="020B0604020202020204" pitchFamily="34" charset="0"/>
                <a:cs typeface="Arial" panose="020B0604020202020204" pitchFamily="34" charset="0"/>
              </a:rPr>
              <a:t>R$ 1.085M</a:t>
            </a:r>
            <a:r>
              <a:rPr lang="pt-BR" sz="1600" dirty="0">
                <a:latin typeface="Arial" panose="020B0604020202020204" pitchFamily="34" charset="0"/>
                <a:cs typeface="Arial" panose="020B0604020202020204" pitchFamily="34" charset="0"/>
              </a:rPr>
              <a:t>, sendo a </a:t>
            </a:r>
            <a:r>
              <a:rPr lang="pt-BR" sz="1600" b="1" dirty="0">
                <a:latin typeface="Arial" panose="020B0604020202020204" pitchFamily="34" charset="0"/>
                <a:cs typeface="Arial" panose="020B0604020202020204" pitchFamily="34" charset="0"/>
              </a:rPr>
              <a:t>região Sul a maior contribuinte com 21% de participação.</a:t>
            </a:r>
            <a:endParaRPr lang="pt-BR" sz="1600" dirty="0">
              <a:latin typeface="Arial" panose="020B0604020202020204" pitchFamily="34" charset="0"/>
              <a:cs typeface="Arial" panose="020B0604020202020204" pitchFamily="34" charset="0"/>
            </a:endParaRPr>
          </a:p>
        </p:txBody>
      </p:sp>
      <p:grpSp>
        <p:nvGrpSpPr>
          <p:cNvPr id="19" name="Grupo 18">
            <a:extLst>
              <a:ext uri="{FF2B5EF4-FFF2-40B4-BE49-F238E27FC236}">
                <a16:creationId xmlns:a16="http://schemas.microsoft.com/office/drawing/2014/main" id="{12AF3611-FE26-696F-6A94-DAD724E3E2A4}"/>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a Livre 19">
              <a:extLst>
                <a:ext uri="{FF2B5EF4-FFF2-40B4-BE49-F238E27FC236}">
                  <a16:creationId xmlns:a16="http://schemas.microsoft.com/office/drawing/2014/main" id="{54DCC6BF-FC99-2508-3546-4960599C648C}"/>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21" name="Forma Livre 20">
              <a:extLst>
                <a:ext uri="{FF2B5EF4-FFF2-40B4-BE49-F238E27FC236}">
                  <a16:creationId xmlns:a16="http://schemas.microsoft.com/office/drawing/2014/main" id="{F14D9D4C-7C1A-AC18-C702-CDC042DB2EF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22" name="Forma Livre 21">
              <a:extLst>
                <a:ext uri="{FF2B5EF4-FFF2-40B4-BE49-F238E27FC236}">
                  <a16:creationId xmlns:a16="http://schemas.microsoft.com/office/drawing/2014/main" id="{5D6DE135-7DAD-C60E-EE3C-CB7EE18B0E4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pic>
        <p:nvPicPr>
          <p:cNvPr id="1026" name="Picture 2">
            <a:extLst>
              <a:ext uri="{FF2B5EF4-FFF2-40B4-BE49-F238E27FC236}">
                <a16:creationId xmlns:a16="http://schemas.microsoft.com/office/drawing/2014/main" id="{A0A62882-52EE-B849-4CB4-3914E8AAF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357" y="1780651"/>
            <a:ext cx="6502885" cy="3773751"/>
          </a:xfrm>
          <a:prstGeom prst="rect">
            <a:avLst/>
          </a:prstGeom>
          <a:noFill/>
          <a:extLst>
            <a:ext uri="{909E8E84-426E-40DD-AFC4-6F175D3DCCD1}">
              <a14:hiddenFill xmlns:a14="http://schemas.microsoft.com/office/drawing/2010/main">
                <a:solidFill>
                  <a:srgbClr val="FFFFFF"/>
                </a:solidFill>
              </a14:hiddenFill>
            </a:ext>
          </a:extLst>
        </p:spPr>
      </p:pic>
      <p:sp>
        <p:nvSpPr>
          <p:cNvPr id="2" name="Espaço Reservado para Texto 6">
            <a:extLst>
              <a:ext uri="{FF2B5EF4-FFF2-40B4-BE49-F238E27FC236}">
                <a16:creationId xmlns:a16="http://schemas.microsoft.com/office/drawing/2014/main" id="{0B3350F8-ACE2-4A74-39D2-81C2D8AC2CAD}"/>
              </a:ext>
            </a:extLst>
          </p:cNvPr>
          <p:cNvSpPr txBox="1">
            <a:spLocks/>
          </p:cNvSpPr>
          <p:nvPr/>
        </p:nvSpPr>
        <p:spPr>
          <a:xfrm>
            <a:off x="381000" y="629736"/>
            <a:ext cx="11430000" cy="773425"/>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Font typeface="Arial" panose="020B0604020202020204" pitchFamily="34" charset="0"/>
              <a:buNone/>
            </a:pPr>
            <a:r>
              <a:rPr lang="pt-BR" sz="1600" dirty="0">
                <a:latin typeface="Arial" panose="020B0604020202020204" pitchFamily="34" charset="0"/>
                <a:cs typeface="Arial" panose="020B0604020202020204" pitchFamily="34" charset="0"/>
              </a:rPr>
              <a:t>Como estamos expandindo o nosso e-commerce.</a:t>
            </a:r>
          </a:p>
        </p:txBody>
      </p:sp>
    </p:spTree>
    <p:extLst>
      <p:ext uri="{BB962C8B-B14F-4D97-AF65-F5344CB8AC3E}">
        <p14:creationId xmlns:p14="http://schemas.microsoft.com/office/powerpoint/2010/main" val="2761812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545D3755-C3E2-975E-DE68-CDECC4B526EC}"/>
              </a:ext>
            </a:extLst>
          </p:cNvPr>
          <p:cNvSpPr>
            <a:spLocks noGrp="1"/>
          </p:cNvSpPr>
          <p:nvPr>
            <p:ph type="title"/>
          </p:nvPr>
        </p:nvSpPr>
        <p:spPr>
          <a:xfrm>
            <a:off x="381000" y="102875"/>
            <a:ext cx="11430000" cy="773425"/>
          </a:xfrm>
        </p:spPr>
        <p:txBody>
          <a:bodyPr rtlCol="0"/>
          <a:lstStyle>
            <a:defPPr>
              <a:defRPr lang="pt-BR"/>
            </a:defPPr>
          </a:lstStyle>
          <a:p>
            <a:pPr rtl="0"/>
            <a:r>
              <a:rPr lang="pt-BR" dirty="0"/>
              <a:t>Nossos desafios</a:t>
            </a:r>
          </a:p>
        </p:txBody>
      </p:sp>
      <p:sp>
        <p:nvSpPr>
          <p:cNvPr id="2" name="Espaço Reservado para Texto 6">
            <a:extLst>
              <a:ext uri="{FF2B5EF4-FFF2-40B4-BE49-F238E27FC236}">
                <a16:creationId xmlns:a16="http://schemas.microsoft.com/office/drawing/2014/main" id="{7D92B191-4215-9D25-42C1-7211E80E5A90}"/>
              </a:ext>
            </a:extLst>
          </p:cNvPr>
          <p:cNvSpPr txBox="1">
            <a:spLocks/>
          </p:cNvSpPr>
          <p:nvPr/>
        </p:nvSpPr>
        <p:spPr>
          <a:xfrm>
            <a:off x="381000" y="629736"/>
            <a:ext cx="11430000" cy="773425"/>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None/>
            </a:pPr>
            <a:r>
              <a:rPr lang="pt-BR" sz="1600" dirty="0">
                <a:latin typeface="Arial" panose="020B0604020202020204" pitchFamily="34" charset="0"/>
                <a:cs typeface="Arial" panose="020B0604020202020204" pitchFamily="34" charset="0"/>
              </a:rPr>
              <a:t>Como estamos expandindo o nosso e-commerce.</a:t>
            </a:r>
          </a:p>
        </p:txBody>
      </p:sp>
      <p:sp>
        <p:nvSpPr>
          <p:cNvPr id="9" name="Espaço Reservado para Texto 6">
            <a:extLst>
              <a:ext uri="{FF2B5EF4-FFF2-40B4-BE49-F238E27FC236}">
                <a16:creationId xmlns:a16="http://schemas.microsoft.com/office/drawing/2014/main" id="{5CAFEFA5-4E0B-A492-7D13-33891502C07A}"/>
              </a:ext>
            </a:extLst>
          </p:cNvPr>
          <p:cNvSpPr>
            <a:spLocks noGrp="1"/>
          </p:cNvSpPr>
          <p:nvPr>
            <p:ph sz="quarter" idx="13"/>
          </p:nvPr>
        </p:nvSpPr>
        <p:spPr>
          <a:xfrm>
            <a:off x="409863" y="1180378"/>
            <a:ext cx="5326172" cy="1924799"/>
          </a:xfrm>
        </p:spPr>
        <p:txBody>
          <a:bodyPr rtlCol="0">
            <a:normAutofit/>
          </a:bodyPr>
          <a:lstStyle>
            <a:defPPr>
              <a:defRPr lang="pt-BR"/>
            </a:defPPr>
          </a:lstStyle>
          <a:p>
            <a:pPr marL="0" indent="0">
              <a:buNone/>
            </a:pPr>
            <a:r>
              <a:rPr lang="pt-BR" sz="1600" dirty="0">
                <a:latin typeface="Arial" panose="020B0604020202020204" pitchFamily="34" charset="0"/>
                <a:cs typeface="Arial" panose="020B0604020202020204" pitchFamily="34" charset="0"/>
              </a:rPr>
              <a:t>O Net Promoter Score (NPS) que mensura a </a:t>
            </a:r>
            <a:r>
              <a:rPr lang="pt-BR" sz="1600" b="1" dirty="0">
                <a:latin typeface="Arial" panose="020B0604020202020204" pitchFamily="34" charset="0"/>
                <a:cs typeface="Arial" panose="020B0604020202020204" pitchFamily="34" charset="0"/>
              </a:rPr>
              <a:t>satisfação e a lealdade dos clientes em relação a uma marca </a:t>
            </a:r>
            <a:r>
              <a:rPr lang="pt-BR" sz="1600" dirty="0">
                <a:latin typeface="Arial" panose="020B0604020202020204" pitchFamily="34" charset="0"/>
                <a:cs typeface="Arial" panose="020B0604020202020204" pitchFamily="34" charset="0"/>
              </a:rPr>
              <a:t>estimando a probabilidade de </a:t>
            </a:r>
            <a:r>
              <a:rPr lang="pt-BR" sz="1600" b="1" dirty="0">
                <a:latin typeface="Arial" panose="020B0604020202020204" pitchFamily="34" charset="0"/>
                <a:cs typeface="Arial" panose="020B0604020202020204" pitchFamily="34" charset="0"/>
              </a:rPr>
              <a:t>um consumidor recomendar os produtos ou serviços da empresa a terceiros, </a:t>
            </a:r>
            <a:r>
              <a:rPr lang="pt-BR" sz="1600" dirty="0">
                <a:latin typeface="Arial" panose="020B0604020202020204" pitchFamily="34" charset="0"/>
                <a:cs typeface="Arial" panose="020B0604020202020204" pitchFamily="34" charset="0"/>
              </a:rPr>
              <a:t>servindo como um </a:t>
            </a:r>
            <a:r>
              <a:rPr lang="pt-BR" sz="1600" b="1" dirty="0">
                <a:latin typeface="Arial" panose="020B0604020202020204" pitchFamily="34" charset="0"/>
                <a:cs typeface="Arial" panose="020B0604020202020204" pitchFamily="34" charset="0"/>
              </a:rPr>
              <a:t>termômetro de fidelidade</a:t>
            </a:r>
            <a:r>
              <a:rPr lang="pt-BR" sz="1600" dirty="0">
                <a:latin typeface="Arial" panose="020B0604020202020204" pitchFamily="34" charset="0"/>
                <a:cs typeface="Arial" panose="020B0604020202020204" pitchFamily="34" charset="0"/>
              </a:rPr>
              <a:t>.</a:t>
            </a:r>
          </a:p>
        </p:txBody>
      </p:sp>
      <p:pic>
        <p:nvPicPr>
          <p:cNvPr id="1028" name="Picture 4">
            <a:extLst>
              <a:ext uri="{FF2B5EF4-FFF2-40B4-BE49-F238E27FC236}">
                <a16:creationId xmlns:a16="http://schemas.microsoft.com/office/drawing/2014/main" id="{E923731C-DA73-9FA8-0A5D-26AB543C6F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4750" y="2071165"/>
            <a:ext cx="5420962" cy="3434026"/>
          </a:xfrm>
          <a:prstGeom prst="rect">
            <a:avLst/>
          </a:prstGeom>
          <a:noFill/>
          <a:extLst>
            <a:ext uri="{909E8E84-426E-40DD-AFC4-6F175D3DCCD1}">
              <a14:hiddenFill xmlns:a14="http://schemas.microsoft.com/office/drawing/2010/main">
                <a:solidFill>
                  <a:srgbClr val="FFFFFF"/>
                </a:solidFill>
              </a14:hiddenFill>
            </a:ext>
          </a:extLst>
        </p:spPr>
      </p:pic>
      <p:sp>
        <p:nvSpPr>
          <p:cNvPr id="13" name="Retângulo: Cantos Arredondados 12">
            <a:extLst>
              <a:ext uri="{FF2B5EF4-FFF2-40B4-BE49-F238E27FC236}">
                <a16:creationId xmlns:a16="http://schemas.microsoft.com/office/drawing/2014/main" id="{E34A6FB2-A1EE-2528-A1D9-EA3B07F7927D}"/>
              </a:ext>
            </a:extLst>
          </p:cNvPr>
          <p:cNvSpPr/>
          <p:nvPr/>
        </p:nvSpPr>
        <p:spPr>
          <a:xfrm>
            <a:off x="6374324" y="896685"/>
            <a:ext cx="5406286" cy="1001776"/>
          </a:xfrm>
          <a:prstGeom prst="roundRect">
            <a:avLst/>
          </a:prstGeom>
          <a:solidFill>
            <a:schemeClr val="tx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15" name="Agrupar 14">
            <a:extLst>
              <a:ext uri="{FF2B5EF4-FFF2-40B4-BE49-F238E27FC236}">
                <a16:creationId xmlns:a16="http://schemas.microsoft.com/office/drawing/2014/main" id="{8446121F-451A-47B8-70C8-C61553E8B500}"/>
              </a:ext>
            </a:extLst>
          </p:cNvPr>
          <p:cNvGrpSpPr/>
          <p:nvPr/>
        </p:nvGrpSpPr>
        <p:grpSpPr>
          <a:xfrm>
            <a:off x="6629582" y="956752"/>
            <a:ext cx="717697" cy="717697"/>
            <a:chOff x="3806678" y="5313864"/>
            <a:chExt cx="914400" cy="914400"/>
          </a:xfrm>
        </p:grpSpPr>
        <p:sp>
          <p:nvSpPr>
            <p:cNvPr id="14" name="Retângulo 13">
              <a:extLst>
                <a:ext uri="{FF2B5EF4-FFF2-40B4-BE49-F238E27FC236}">
                  <a16:creationId xmlns:a16="http://schemas.microsoft.com/office/drawing/2014/main" id="{E8A75A7E-C8AE-D150-5EFB-B804C3F13CC2}"/>
                </a:ext>
              </a:extLst>
            </p:cNvPr>
            <p:cNvSpPr/>
            <p:nvPr/>
          </p:nvSpPr>
          <p:spPr>
            <a:xfrm>
              <a:off x="4206278" y="5533902"/>
              <a:ext cx="113311" cy="54781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Gráfico 11" descr="Aviso com preenchimento sólido">
              <a:extLst>
                <a:ext uri="{FF2B5EF4-FFF2-40B4-BE49-F238E27FC236}">
                  <a16:creationId xmlns:a16="http://schemas.microsoft.com/office/drawing/2014/main" id="{733958D1-9F4F-49A6-85D1-65993C3062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06678" y="5313864"/>
              <a:ext cx="914400" cy="914400"/>
            </a:xfrm>
            <a:prstGeom prst="rect">
              <a:avLst/>
            </a:prstGeom>
          </p:spPr>
        </p:pic>
      </p:grpSp>
      <p:sp>
        <p:nvSpPr>
          <p:cNvPr id="16" name="CaixaDeTexto 15">
            <a:extLst>
              <a:ext uri="{FF2B5EF4-FFF2-40B4-BE49-F238E27FC236}">
                <a16:creationId xmlns:a16="http://schemas.microsoft.com/office/drawing/2014/main" id="{FA546591-51DA-2806-1EE8-7B0AFB00C287}"/>
              </a:ext>
            </a:extLst>
          </p:cNvPr>
          <p:cNvSpPr txBox="1"/>
          <p:nvPr/>
        </p:nvSpPr>
        <p:spPr>
          <a:xfrm>
            <a:off x="7413377" y="1007824"/>
            <a:ext cx="3837747" cy="307777"/>
          </a:xfrm>
          <a:prstGeom prst="rect">
            <a:avLst/>
          </a:prstGeom>
          <a:noFill/>
        </p:spPr>
        <p:txBody>
          <a:bodyPr wrap="square" rtlCol="0">
            <a:spAutoFit/>
          </a:bodyPr>
          <a:lstStyle/>
          <a:p>
            <a:r>
              <a:rPr lang="pt-BR" sz="1400" dirty="0">
                <a:solidFill>
                  <a:schemeClr val="bg1"/>
                </a:solidFill>
                <a:latin typeface="Arial Black" panose="020B0A04020102020204" pitchFamily="34" charset="0"/>
                <a:cs typeface="Arial" panose="020B0604020202020204" pitchFamily="34" charset="0"/>
              </a:rPr>
              <a:t>NPS Geral: </a:t>
            </a:r>
            <a:r>
              <a:rPr lang="pt-BR" sz="1400" dirty="0">
                <a:solidFill>
                  <a:srgbClr val="C00000"/>
                </a:solidFill>
                <a:latin typeface="Arial Black" panose="020B0A04020102020204" pitchFamily="34" charset="0"/>
                <a:cs typeface="Arial" panose="020B0604020202020204" pitchFamily="34" charset="0"/>
              </a:rPr>
              <a:t>-79,96</a:t>
            </a:r>
          </a:p>
        </p:txBody>
      </p:sp>
      <p:sp>
        <p:nvSpPr>
          <p:cNvPr id="18" name="CaixaDeTexto 17">
            <a:extLst>
              <a:ext uri="{FF2B5EF4-FFF2-40B4-BE49-F238E27FC236}">
                <a16:creationId xmlns:a16="http://schemas.microsoft.com/office/drawing/2014/main" id="{D254DAAA-096B-5360-D207-05EE6564044E}"/>
              </a:ext>
            </a:extLst>
          </p:cNvPr>
          <p:cNvSpPr txBox="1"/>
          <p:nvPr/>
        </p:nvSpPr>
        <p:spPr>
          <a:xfrm>
            <a:off x="381000" y="2591159"/>
            <a:ext cx="5326172" cy="2400657"/>
          </a:xfrm>
          <a:prstGeom prst="rect">
            <a:avLst/>
          </a:prstGeom>
          <a:noFill/>
        </p:spPr>
        <p:txBody>
          <a:bodyPr wrap="square">
            <a:spAutoFit/>
          </a:bodyPr>
          <a:lstStyle/>
          <a:p>
            <a:pPr marL="0" indent="0">
              <a:buNone/>
            </a:pPr>
            <a:r>
              <a:rPr lang="pt-BR" sz="1600" dirty="0">
                <a:solidFill>
                  <a:schemeClr val="bg1"/>
                </a:solidFill>
                <a:latin typeface="Arial" panose="020B0604020202020204" pitchFamily="34" charset="0"/>
                <a:cs typeface="Arial" panose="020B0604020202020204" pitchFamily="34" charset="0"/>
              </a:rPr>
              <a:t>O novo patamar operacional do nosso e-commerce </a:t>
            </a:r>
            <a:r>
              <a:rPr lang="pt-BR" sz="1600" b="1" dirty="0">
                <a:solidFill>
                  <a:schemeClr val="bg1"/>
                </a:solidFill>
                <a:latin typeface="Arial" panose="020B0604020202020204" pitchFamily="34" charset="0"/>
                <a:cs typeface="Arial" panose="020B0604020202020204" pitchFamily="34" charset="0"/>
              </a:rPr>
              <a:t>impactou diretamente a experiência do cliente</a:t>
            </a:r>
            <a:r>
              <a:rPr lang="pt-BR" sz="1600" dirty="0">
                <a:solidFill>
                  <a:schemeClr val="bg1"/>
                </a:solidFill>
                <a:latin typeface="Arial" panose="020B0604020202020204" pitchFamily="34" charset="0"/>
                <a:cs typeface="Arial" panose="020B0604020202020204" pitchFamily="34" charset="0"/>
              </a:rPr>
              <a:t> no pós-compra, resultando em uma </a:t>
            </a:r>
            <a:r>
              <a:rPr lang="pt-BR" sz="1600" b="1" dirty="0">
                <a:solidFill>
                  <a:schemeClr val="bg1"/>
                </a:solidFill>
                <a:latin typeface="Arial" panose="020B0604020202020204" pitchFamily="34" charset="0"/>
                <a:cs typeface="Arial" panose="020B0604020202020204" pitchFamily="34" charset="0"/>
              </a:rPr>
              <a:t>maior variabilidade no NPS.</a:t>
            </a:r>
          </a:p>
          <a:p>
            <a:endParaRPr lang="pt-BR" sz="1600" b="1" dirty="0">
              <a:solidFill>
                <a:schemeClr val="bg1"/>
              </a:solidFill>
              <a:latin typeface="Arial" panose="020B0604020202020204" pitchFamily="34" charset="0"/>
              <a:cs typeface="Arial" panose="020B0604020202020204" pitchFamily="34" charset="0"/>
            </a:endParaRPr>
          </a:p>
          <a:p>
            <a:r>
              <a:rPr lang="pt-BR" sz="1600" b="1" dirty="0">
                <a:solidFill>
                  <a:schemeClr val="bg1"/>
                </a:solidFill>
                <a:latin typeface="Arial" panose="020B0604020202020204" pitchFamily="34" charset="0"/>
                <a:cs typeface="Arial" panose="020B0604020202020204" pitchFamily="34" charset="0"/>
              </a:rPr>
              <a:t>Dado esse contexto, precisamos entender</a:t>
            </a:r>
          </a:p>
          <a:p>
            <a:r>
              <a:rPr lang="pt-BR" b="1" dirty="0">
                <a:solidFill>
                  <a:srgbClr val="0070C0"/>
                </a:solidFill>
                <a:latin typeface="Arial" panose="020B0604020202020204" pitchFamily="34" charset="0"/>
                <a:cs typeface="Arial" panose="020B0604020202020204" pitchFamily="34" charset="0"/>
              </a:rPr>
              <a:t>Quais fatores influenciam na satisfação do   nossos clientes?</a:t>
            </a:r>
          </a:p>
          <a:p>
            <a:pPr marL="0" indent="0">
              <a:buNone/>
            </a:pPr>
            <a:endParaRPr lang="pt-BR" sz="1800" b="1" dirty="0">
              <a:solidFill>
                <a:schemeClr val="bg1"/>
              </a:solidFill>
              <a:latin typeface="Arial" panose="020B0604020202020204" pitchFamily="34" charset="0"/>
              <a:cs typeface="Arial" panose="020B0604020202020204" pitchFamily="34" charset="0"/>
            </a:endParaRPr>
          </a:p>
        </p:txBody>
      </p:sp>
      <p:sp>
        <p:nvSpPr>
          <p:cNvPr id="23" name="CaixaDeTexto 22">
            <a:extLst>
              <a:ext uri="{FF2B5EF4-FFF2-40B4-BE49-F238E27FC236}">
                <a16:creationId xmlns:a16="http://schemas.microsoft.com/office/drawing/2014/main" id="{D6EFEAD5-9700-5C15-E91E-254CF97BAC69}"/>
              </a:ext>
            </a:extLst>
          </p:cNvPr>
          <p:cNvSpPr txBox="1"/>
          <p:nvPr/>
        </p:nvSpPr>
        <p:spPr>
          <a:xfrm>
            <a:off x="7413377" y="1308469"/>
            <a:ext cx="3837747" cy="307777"/>
          </a:xfrm>
          <a:prstGeom prst="rect">
            <a:avLst/>
          </a:prstGeom>
          <a:noFill/>
        </p:spPr>
        <p:txBody>
          <a:bodyPr wrap="square" rtlCol="0">
            <a:spAutoFit/>
          </a:bodyPr>
          <a:lstStyle/>
          <a:p>
            <a:r>
              <a:rPr lang="pt-BR" sz="1400" dirty="0">
                <a:solidFill>
                  <a:schemeClr val="bg1"/>
                </a:solidFill>
                <a:latin typeface="Arial Black" panose="020B0A04020102020204" pitchFamily="34" charset="0"/>
                <a:cs typeface="Arial" panose="020B0604020202020204" pitchFamily="34" charset="0"/>
              </a:rPr>
              <a:t>84% dos clientes são Detratores</a:t>
            </a:r>
          </a:p>
        </p:txBody>
      </p:sp>
      <p:sp>
        <p:nvSpPr>
          <p:cNvPr id="24" name="Retângulo 23">
            <a:extLst>
              <a:ext uri="{FF2B5EF4-FFF2-40B4-BE49-F238E27FC236}">
                <a16:creationId xmlns:a16="http://schemas.microsoft.com/office/drawing/2014/main" id="{B88B6F15-D0F5-D3D1-4059-4D454ED43FCB}"/>
              </a:ext>
            </a:extLst>
          </p:cNvPr>
          <p:cNvSpPr/>
          <p:nvPr/>
        </p:nvSpPr>
        <p:spPr>
          <a:xfrm>
            <a:off x="6819901" y="2566465"/>
            <a:ext cx="1504950" cy="2793551"/>
          </a:xfrm>
          <a:prstGeom prst="rect">
            <a:avLst/>
          </a:prstGeom>
          <a:noFill/>
          <a:ln w="19050">
            <a:solidFill>
              <a:srgbClr val="C0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CaixaDeTexto 26">
            <a:extLst>
              <a:ext uri="{FF2B5EF4-FFF2-40B4-BE49-F238E27FC236}">
                <a16:creationId xmlns:a16="http://schemas.microsoft.com/office/drawing/2014/main" id="{32701814-8C63-A11A-7523-6CF7583D8F2A}"/>
              </a:ext>
            </a:extLst>
          </p:cNvPr>
          <p:cNvSpPr txBox="1"/>
          <p:nvPr/>
        </p:nvSpPr>
        <p:spPr>
          <a:xfrm>
            <a:off x="6362700" y="5677895"/>
            <a:ext cx="3802576" cy="769441"/>
          </a:xfrm>
          <a:prstGeom prst="rect">
            <a:avLst/>
          </a:prstGeom>
          <a:noFill/>
        </p:spPr>
        <p:txBody>
          <a:bodyPr wrap="square">
            <a:spAutoFit/>
          </a:bodyPr>
          <a:lstStyle/>
          <a:p>
            <a:r>
              <a:rPr lang="pt-BR" sz="1100" b="1" dirty="0">
                <a:solidFill>
                  <a:schemeClr val="bg1"/>
                </a:solidFill>
                <a:latin typeface="Arial" panose="020B0604020202020204" pitchFamily="34" charset="0"/>
                <a:cs typeface="Arial" panose="020B0604020202020204" pitchFamily="34" charset="0"/>
              </a:rPr>
              <a:t> Range de classificação dos clientes conforme a nota:</a:t>
            </a:r>
          </a:p>
          <a:p>
            <a:pPr marL="171450" indent="-171450">
              <a:buFont typeface="Arial" panose="020B0604020202020204" pitchFamily="34" charset="0"/>
              <a:buChar char="•"/>
            </a:pPr>
            <a:r>
              <a:rPr lang="pt-BR" sz="1100" b="1" dirty="0">
                <a:solidFill>
                  <a:schemeClr val="bg1"/>
                </a:solidFill>
                <a:latin typeface="Arial" panose="020B0604020202020204" pitchFamily="34" charset="0"/>
                <a:cs typeface="Arial" panose="020B0604020202020204" pitchFamily="34" charset="0"/>
              </a:rPr>
              <a:t>Entre 0 e 6: Detratores </a:t>
            </a:r>
          </a:p>
          <a:p>
            <a:pPr marL="171450" indent="-171450">
              <a:buFont typeface="Arial" panose="020B0604020202020204" pitchFamily="34" charset="0"/>
              <a:buChar char="•"/>
            </a:pPr>
            <a:r>
              <a:rPr lang="pt-BR" sz="1100" b="1" dirty="0">
                <a:solidFill>
                  <a:schemeClr val="bg1"/>
                </a:solidFill>
                <a:latin typeface="Arial" panose="020B0604020202020204" pitchFamily="34" charset="0"/>
                <a:cs typeface="Arial" panose="020B0604020202020204" pitchFamily="34" charset="0"/>
              </a:rPr>
              <a:t>Entre 7 e 8: Neutro  </a:t>
            </a:r>
          </a:p>
          <a:p>
            <a:pPr marL="171450" indent="-171450">
              <a:buFont typeface="Arial" panose="020B0604020202020204" pitchFamily="34" charset="0"/>
              <a:buChar char="•"/>
            </a:pPr>
            <a:r>
              <a:rPr lang="pt-BR" sz="1100" b="1" dirty="0">
                <a:solidFill>
                  <a:schemeClr val="bg1"/>
                </a:solidFill>
                <a:latin typeface="Arial" panose="020B0604020202020204" pitchFamily="34" charset="0"/>
                <a:cs typeface="Arial" panose="020B0604020202020204" pitchFamily="34" charset="0"/>
              </a:rPr>
              <a:t>Entre 9 e 10: Promotores</a:t>
            </a:r>
          </a:p>
        </p:txBody>
      </p:sp>
    </p:spTree>
    <p:extLst>
      <p:ext uri="{BB962C8B-B14F-4D97-AF65-F5344CB8AC3E}">
        <p14:creationId xmlns:p14="http://schemas.microsoft.com/office/powerpoint/2010/main" val="320031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9E50C-17B0-D0C5-EFA6-7311B5668B2A}"/>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2E7483A1-7DFF-0600-0AF6-294FEDF41782}"/>
              </a:ext>
            </a:extLst>
          </p:cNvPr>
          <p:cNvSpPr>
            <a:spLocks noGrp="1"/>
          </p:cNvSpPr>
          <p:nvPr>
            <p:ph type="title"/>
          </p:nvPr>
        </p:nvSpPr>
        <p:spPr>
          <a:xfrm>
            <a:off x="381000" y="102875"/>
            <a:ext cx="11430000" cy="773425"/>
          </a:xfrm>
        </p:spPr>
        <p:txBody>
          <a:bodyPr rtlCol="0"/>
          <a:lstStyle>
            <a:defPPr>
              <a:defRPr lang="pt-BR"/>
            </a:defPPr>
          </a:lstStyle>
          <a:p>
            <a:pPr rtl="0"/>
            <a:r>
              <a:rPr lang="pt-BR" dirty="0"/>
              <a:t>Satisfação dos clientes</a:t>
            </a:r>
          </a:p>
        </p:txBody>
      </p:sp>
      <p:grpSp>
        <p:nvGrpSpPr>
          <p:cNvPr id="19" name="Grupo 18">
            <a:extLst>
              <a:ext uri="{FF2B5EF4-FFF2-40B4-BE49-F238E27FC236}">
                <a16:creationId xmlns:a16="http://schemas.microsoft.com/office/drawing/2014/main" id="{7A5299A0-D8AB-FAF6-90BA-B54C235C9CD0}"/>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a Livre 19">
              <a:extLst>
                <a:ext uri="{FF2B5EF4-FFF2-40B4-BE49-F238E27FC236}">
                  <a16:creationId xmlns:a16="http://schemas.microsoft.com/office/drawing/2014/main" id="{130E04E6-F8F2-FF0F-FB25-A301495FE88C}"/>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21" name="Forma Livre 20">
              <a:extLst>
                <a:ext uri="{FF2B5EF4-FFF2-40B4-BE49-F238E27FC236}">
                  <a16:creationId xmlns:a16="http://schemas.microsoft.com/office/drawing/2014/main" id="{35ADDD87-389E-1E7A-E7E8-09B6AFCA5EE6}"/>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22" name="Forma Livre 21">
              <a:extLst>
                <a:ext uri="{FF2B5EF4-FFF2-40B4-BE49-F238E27FC236}">
                  <a16:creationId xmlns:a16="http://schemas.microsoft.com/office/drawing/2014/main" id="{8880E39D-D174-C58F-E57C-3DA4F057DB68}"/>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2" name="Espaço Reservado para Texto 6">
            <a:extLst>
              <a:ext uri="{FF2B5EF4-FFF2-40B4-BE49-F238E27FC236}">
                <a16:creationId xmlns:a16="http://schemas.microsoft.com/office/drawing/2014/main" id="{D29B3F57-2C39-DD7F-BDC5-25A6D47599EF}"/>
              </a:ext>
            </a:extLst>
          </p:cNvPr>
          <p:cNvSpPr txBox="1">
            <a:spLocks/>
          </p:cNvSpPr>
          <p:nvPr/>
        </p:nvSpPr>
        <p:spPr>
          <a:xfrm>
            <a:off x="381000" y="629736"/>
            <a:ext cx="11430000" cy="773425"/>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None/>
            </a:pPr>
            <a:r>
              <a:rPr lang="pt-BR" sz="1600" dirty="0">
                <a:latin typeface="Arial" panose="020B0604020202020204" pitchFamily="34" charset="0"/>
                <a:cs typeface="Arial" panose="020B0604020202020204" pitchFamily="34" charset="0"/>
              </a:rPr>
              <a:t>Quais fatores influenciam na satisfação do nossos clientes?.</a:t>
            </a:r>
          </a:p>
        </p:txBody>
      </p:sp>
      <p:pic>
        <p:nvPicPr>
          <p:cNvPr id="7" name="Imagem 6">
            <a:extLst>
              <a:ext uri="{FF2B5EF4-FFF2-40B4-BE49-F238E27FC236}">
                <a16:creationId xmlns:a16="http://schemas.microsoft.com/office/drawing/2014/main" id="{3625D597-8CE1-87C1-CA61-AF08EA7BF8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384" y="1262343"/>
            <a:ext cx="6308831" cy="3388872"/>
          </a:xfrm>
          <a:prstGeom prst="rect">
            <a:avLst/>
          </a:prstGeom>
        </p:spPr>
      </p:pic>
      <p:pic>
        <p:nvPicPr>
          <p:cNvPr id="8" name="Imagem 7">
            <a:extLst>
              <a:ext uri="{FF2B5EF4-FFF2-40B4-BE49-F238E27FC236}">
                <a16:creationId xmlns:a16="http://schemas.microsoft.com/office/drawing/2014/main" id="{257B088D-12DE-7FEC-6E5C-FDCDFD462F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386" y="4828119"/>
            <a:ext cx="2928301" cy="1441450"/>
          </a:xfrm>
          <a:prstGeom prst="rect">
            <a:avLst/>
          </a:prstGeom>
          <a:noFill/>
          <a:extLst>
            <a:ext uri="{909E8E84-426E-40DD-AFC4-6F175D3DCCD1}">
              <a14:hiddenFill xmlns:a14="http://schemas.microsoft.com/office/drawing/2010/main">
                <a:solidFill>
                  <a:srgbClr val="FFFFFF"/>
                </a:solidFill>
              </a14:hiddenFill>
            </a:ext>
          </a:extLst>
        </p:spPr>
      </p:pic>
      <p:sp>
        <p:nvSpPr>
          <p:cNvPr id="10" name="Retângulo: Cantos Arredondados 9">
            <a:extLst>
              <a:ext uri="{FF2B5EF4-FFF2-40B4-BE49-F238E27FC236}">
                <a16:creationId xmlns:a16="http://schemas.microsoft.com/office/drawing/2014/main" id="{B36E6DB7-F611-BBCA-5EAD-54C435C0030B}"/>
              </a:ext>
            </a:extLst>
          </p:cNvPr>
          <p:cNvSpPr/>
          <p:nvPr/>
        </p:nvSpPr>
        <p:spPr>
          <a:xfrm>
            <a:off x="6677396" y="876300"/>
            <a:ext cx="5133604" cy="5583269"/>
          </a:xfrm>
          <a:prstGeom prst="roundRect">
            <a:avLst>
              <a:gd name="adj" fmla="val 5982"/>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8" name="Espaço Reservado para Texto 6">
            <a:extLst>
              <a:ext uri="{FF2B5EF4-FFF2-40B4-BE49-F238E27FC236}">
                <a16:creationId xmlns:a16="http://schemas.microsoft.com/office/drawing/2014/main" id="{B1384ECE-301C-6D7D-EBD5-C612A63A25AF}"/>
              </a:ext>
            </a:extLst>
          </p:cNvPr>
          <p:cNvSpPr txBox="1">
            <a:spLocks/>
          </p:cNvSpPr>
          <p:nvPr/>
        </p:nvSpPr>
        <p:spPr>
          <a:xfrm>
            <a:off x="6967308" y="1615972"/>
            <a:ext cx="4748240" cy="3164991"/>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Font typeface="Arial" panose="020B0604020202020204" pitchFamily="34" charset="0"/>
              <a:buNone/>
            </a:pPr>
            <a:r>
              <a:rPr lang="pt-BR" sz="1600" dirty="0">
                <a:latin typeface="Arial" panose="020B0604020202020204" pitchFamily="34" charset="0"/>
                <a:cs typeface="Arial" panose="020B0604020202020204" pitchFamily="34" charset="0"/>
              </a:rPr>
              <a:t>A </a:t>
            </a:r>
            <a:r>
              <a:rPr lang="pt-BR" sz="1600" b="1" dirty="0">
                <a:latin typeface="Arial" panose="020B0604020202020204" pitchFamily="34" charset="0"/>
                <a:cs typeface="Arial" panose="020B0604020202020204" pitchFamily="34" charset="0"/>
              </a:rPr>
              <a:t>região Sul possui a maior quantidade de detratores</a:t>
            </a:r>
            <a:r>
              <a:rPr lang="pt-BR" sz="1600" dirty="0">
                <a:latin typeface="Arial" panose="020B0604020202020204" pitchFamily="34" charset="0"/>
                <a:cs typeface="Arial" panose="020B0604020202020204" pitchFamily="34" charset="0"/>
              </a:rPr>
              <a:t>, porém esse efeito pode ser relacionado pelo maior volume de vendas pois a região corresponde a </a:t>
            </a:r>
            <a:r>
              <a:rPr lang="pt-BR" sz="1600" b="1" dirty="0">
                <a:latin typeface="Arial" panose="020B0604020202020204" pitchFamily="34" charset="0"/>
                <a:cs typeface="Arial" panose="020B0604020202020204" pitchFamily="34" charset="0"/>
              </a:rPr>
              <a:t>21% do faturamento. </a:t>
            </a:r>
          </a:p>
          <a:p>
            <a:pPr marL="0" indent="0">
              <a:buFont typeface="Arial" panose="020B0604020202020204" pitchFamily="34" charset="0"/>
              <a:buNone/>
            </a:pPr>
            <a:r>
              <a:rPr lang="pt-BR" sz="1600" dirty="0">
                <a:latin typeface="Arial" panose="020B0604020202020204" pitchFamily="34" charset="0"/>
                <a:cs typeface="Arial" panose="020B0604020202020204" pitchFamily="34" charset="0"/>
              </a:rPr>
              <a:t>Quando analisamos a tabela de NPS por região notamos que </a:t>
            </a:r>
            <a:r>
              <a:rPr lang="pt-BR" sz="1600" b="1" dirty="0">
                <a:latin typeface="Arial" panose="020B0604020202020204" pitchFamily="34" charset="0"/>
                <a:cs typeface="Arial" panose="020B0604020202020204" pitchFamily="34" charset="0"/>
              </a:rPr>
              <a:t>nenhuma região possui o NPS fora da zona crítica (abaixo de zero)</a:t>
            </a:r>
            <a:r>
              <a:rPr lang="pt-BR" sz="1600" dirty="0">
                <a:latin typeface="Arial" panose="020B0604020202020204" pitchFamily="34" charset="0"/>
                <a:cs typeface="Arial" panose="020B0604020202020204" pitchFamily="34" charset="0"/>
              </a:rPr>
              <a:t>, logo podemos descartar que seja uma região pontual.</a:t>
            </a:r>
          </a:p>
        </p:txBody>
      </p:sp>
    </p:spTree>
    <p:extLst>
      <p:ext uri="{BB962C8B-B14F-4D97-AF65-F5344CB8AC3E}">
        <p14:creationId xmlns:p14="http://schemas.microsoft.com/office/powerpoint/2010/main" val="2918393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41A03-D750-44B0-F90F-E5EE6AB7966A}"/>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A4EDCC21-411E-2236-E35F-EA24D8A6815B}"/>
              </a:ext>
            </a:extLst>
          </p:cNvPr>
          <p:cNvSpPr>
            <a:spLocks noGrp="1"/>
          </p:cNvSpPr>
          <p:nvPr>
            <p:ph type="title"/>
          </p:nvPr>
        </p:nvSpPr>
        <p:spPr>
          <a:xfrm>
            <a:off x="381000" y="102875"/>
            <a:ext cx="11430000" cy="773425"/>
          </a:xfrm>
        </p:spPr>
        <p:txBody>
          <a:bodyPr rtlCol="0"/>
          <a:lstStyle>
            <a:defPPr>
              <a:defRPr lang="pt-BR"/>
            </a:defPPr>
          </a:lstStyle>
          <a:p>
            <a:pPr rtl="0"/>
            <a:r>
              <a:rPr lang="pt-BR" dirty="0"/>
              <a:t>Satisfação dos clientes</a:t>
            </a:r>
          </a:p>
        </p:txBody>
      </p:sp>
      <p:grpSp>
        <p:nvGrpSpPr>
          <p:cNvPr id="19" name="Grupo 18">
            <a:extLst>
              <a:ext uri="{FF2B5EF4-FFF2-40B4-BE49-F238E27FC236}">
                <a16:creationId xmlns:a16="http://schemas.microsoft.com/office/drawing/2014/main" id="{EF9F5655-AC84-2991-8DE0-11C1946927A1}"/>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a Livre 19">
              <a:extLst>
                <a:ext uri="{FF2B5EF4-FFF2-40B4-BE49-F238E27FC236}">
                  <a16:creationId xmlns:a16="http://schemas.microsoft.com/office/drawing/2014/main" id="{2B5A46DD-2BE1-B9F8-8C64-E1AF68A0835B}"/>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21" name="Forma Livre 20">
              <a:extLst>
                <a:ext uri="{FF2B5EF4-FFF2-40B4-BE49-F238E27FC236}">
                  <a16:creationId xmlns:a16="http://schemas.microsoft.com/office/drawing/2014/main" id="{6DFE7925-AD09-F9F4-18FF-CE45C0B3CA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22" name="Forma Livre 21">
              <a:extLst>
                <a:ext uri="{FF2B5EF4-FFF2-40B4-BE49-F238E27FC236}">
                  <a16:creationId xmlns:a16="http://schemas.microsoft.com/office/drawing/2014/main" id="{2D4482FD-6392-1D9E-A42B-C0C46287B145}"/>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2" name="Espaço Reservado para Texto 6">
            <a:extLst>
              <a:ext uri="{FF2B5EF4-FFF2-40B4-BE49-F238E27FC236}">
                <a16:creationId xmlns:a16="http://schemas.microsoft.com/office/drawing/2014/main" id="{0499BD1B-5C5D-E966-87A4-2E1D550452CC}"/>
              </a:ext>
            </a:extLst>
          </p:cNvPr>
          <p:cNvSpPr txBox="1">
            <a:spLocks/>
          </p:cNvSpPr>
          <p:nvPr/>
        </p:nvSpPr>
        <p:spPr>
          <a:xfrm>
            <a:off x="381000" y="629736"/>
            <a:ext cx="11430000" cy="773425"/>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None/>
            </a:pPr>
            <a:r>
              <a:rPr lang="pt-BR" sz="1600" dirty="0">
                <a:latin typeface="Arial" panose="020B0604020202020204" pitchFamily="34" charset="0"/>
                <a:cs typeface="Arial" panose="020B0604020202020204" pitchFamily="34" charset="0"/>
              </a:rPr>
              <a:t>Quais fatores influenciam na satisfação do nossos clientes?.</a:t>
            </a:r>
          </a:p>
        </p:txBody>
      </p:sp>
      <p:sp>
        <p:nvSpPr>
          <p:cNvPr id="10" name="Retângulo: Cantos Arredondados 9">
            <a:extLst>
              <a:ext uri="{FF2B5EF4-FFF2-40B4-BE49-F238E27FC236}">
                <a16:creationId xmlns:a16="http://schemas.microsoft.com/office/drawing/2014/main" id="{875076C7-D133-9FFA-33C6-7DFF2473D878}"/>
              </a:ext>
            </a:extLst>
          </p:cNvPr>
          <p:cNvSpPr/>
          <p:nvPr/>
        </p:nvSpPr>
        <p:spPr>
          <a:xfrm>
            <a:off x="6362700" y="876300"/>
            <a:ext cx="5448300" cy="5600700"/>
          </a:xfrm>
          <a:prstGeom prst="roundRect">
            <a:avLst>
              <a:gd name="adj" fmla="val 3437"/>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8" name="Espaço Reservado para Texto 6">
            <a:extLst>
              <a:ext uri="{FF2B5EF4-FFF2-40B4-BE49-F238E27FC236}">
                <a16:creationId xmlns:a16="http://schemas.microsoft.com/office/drawing/2014/main" id="{F07E8A68-AEBE-70C5-6627-0907132E1E90}"/>
              </a:ext>
            </a:extLst>
          </p:cNvPr>
          <p:cNvSpPr txBox="1">
            <a:spLocks/>
          </p:cNvSpPr>
          <p:nvPr/>
        </p:nvSpPr>
        <p:spPr>
          <a:xfrm>
            <a:off x="6555179" y="1016448"/>
            <a:ext cx="5094515" cy="5336851"/>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None/>
            </a:pPr>
            <a:r>
              <a:rPr lang="pt-BR" sz="1600" dirty="0">
                <a:latin typeface="Arial" panose="020B0604020202020204" pitchFamily="34" charset="0"/>
                <a:cs typeface="Arial" panose="020B0604020202020204" pitchFamily="34" charset="0"/>
              </a:rPr>
              <a:t>Para entender o que move o nosso NPS, aplicamos a matriz de correlação. Nela, buscamos identificar associações fortes representadas por números próximos a -1 ou 1. </a:t>
            </a:r>
          </a:p>
          <a:p>
            <a:pPr marL="0" indent="0">
              <a:buNone/>
            </a:pPr>
            <a:r>
              <a:rPr lang="pt-BR" sz="1600" dirty="0">
                <a:latin typeface="Arial" panose="020B0604020202020204" pitchFamily="34" charset="0"/>
                <a:cs typeface="Arial" panose="020B0604020202020204" pitchFamily="34" charset="0"/>
              </a:rPr>
              <a:t>Quanto mais afastado de zero for o índice, maior é a força com que um processo operacional (como o atraso na entrega) impacta diretamente a percepção final do cliente.</a:t>
            </a:r>
          </a:p>
          <a:p>
            <a:pPr marL="0" indent="0">
              <a:buNone/>
            </a:pPr>
            <a:endParaRPr lang="pt-BR" sz="1600" dirty="0">
              <a:latin typeface="Arial" panose="020B0604020202020204" pitchFamily="34" charset="0"/>
              <a:cs typeface="Arial" panose="020B0604020202020204" pitchFamily="34" charset="0"/>
            </a:endParaRPr>
          </a:p>
          <a:p>
            <a:pPr marL="0" indent="0" algn="just">
              <a:buNone/>
            </a:pPr>
            <a:r>
              <a:rPr lang="pt-BR" sz="1400" u="sng" dirty="0">
                <a:latin typeface="Arial Black" panose="020B0A04020102020204" pitchFamily="34" charset="0"/>
                <a:cs typeface="Arial" panose="020B0604020202020204" pitchFamily="34" charset="0"/>
              </a:rPr>
              <a:t>Principais relações</a:t>
            </a:r>
          </a:p>
          <a:p>
            <a:pPr marL="342900" indent="-342900" algn="just">
              <a:spcBef>
                <a:spcPts val="600"/>
              </a:spcBef>
              <a:buFont typeface="+mj-lt"/>
              <a:buAutoNum type="arabicPeriod"/>
            </a:pPr>
            <a:r>
              <a:rPr lang="pt-BR" sz="1400" b="1" dirty="0">
                <a:latin typeface="Arial" panose="020B0604020202020204" pitchFamily="34" charset="0"/>
                <a:cs typeface="Arial" panose="020B0604020202020204" pitchFamily="34" charset="0"/>
              </a:rPr>
              <a:t>NPS </a:t>
            </a:r>
            <a:r>
              <a:rPr lang="pt-BR" sz="1400" b="1" dirty="0" err="1">
                <a:latin typeface="Arial" panose="020B0604020202020204" pitchFamily="34" charset="0"/>
                <a:cs typeface="Arial" panose="020B0604020202020204" pitchFamily="34" charset="0"/>
              </a:rPr>
              <a:t>vs</a:t>
            </a:r>
            <a:r>
              <a:rPr lang="pt-BR" sz="1400" b="1" dirty="0">
                <a:latin typeface="Arial" panose="020B0604020202020204" pitchFamily="34" charset="0"/>
                <a:cs typeface="Arial" panose="020B0604020202020204" pitchFamily="34" charset="0"/>
              </a:rPr>
              <a:t> Atraso na entrega: </a:t>
            </a:r>
            <a:r>
              <a:rPr lang="pt-BR" sz="1400" dirty="0">
                <a:latin typeface="Arial" panose="020B0604020202020204" pitchFamily="34" charset="0"/>
                <a:cs typeface="Arial" panose="020B0604020202020204" pitchFamily="34" charset="0"/>
              </a:rPr>
              <a:t>Quanto maior é o atraso, menor é a nota do NPS.</a:t>
            </a:r>
          </a:p>
          <a:p>
            <a:pPr marL="342900" indent="-342900" algn="just">
              <a:spcBef>
                <a:spcPts val="600"/>
              </a:spcBef>
              <a:buFont typeface="+mj-lt"/>
              <a:buAutoNum type="arabicPeriod"/>
            </a:pPr>
            <a:r>
              <a:rPr lang="pt-BR" sz="1400" b="1" dirty="0">
                <a:latin typeface="Arial" panose="020B0604020202020204" pitchFamily="34" charset="0"/>
                <a:cs typeface="Arial" panose="020B0604020202020204" pitchFamily="34" charset="0"/>
              </a:rPr>
              <a:t>NPS </a:t>
            </a:r>
            <a:r>
              <a:rPr lang="pt-BR" sz="1400" b="1" dirty="0" err="1">
                <a:latin typeface="Arial" panose="020B0604020202020204" pitchFamily="34" charset="0"/>
                <a:cs typeface="Arial" panose="020B0604020202020204" pitchFamily="34" charset="0"/>
              </a:rPr>
              <a:t>vs</a:t>
            </a:r>
            <a:r>
              <a:rPr lang="pt-BR" sz="1400" b="1" dirty="0">
                <a:latin typeface="Arial" panose="020B0604020202020204" pitchFamily="34" charset="0"/>
                <a:cs typeface="Arial" panose="020B0604020202020204" pitchFamily="34" charset="0"/>
              </a:rPr>
              <a:t> </a:t>
            </a:r>
            <a:r>
              <a:rPr lang="pt-BR" sz="1400" b="1" dirty="0" err="1">
                <a:latin typeface="Arial" panose="020B0604020202020204" pitchFamily="34" charset="0"/>
                <a:cs typeface="Arial" panose="020B0604020202020204" pitchFamily="34" charset="0"/>
              </a:rPr>
              <a:t>Qtde</a:t>
            </a:r>
            <a:r>
              <a:rPr lang="pt-BR" sz="1400" b="1" dirty="0">
                <a:latin typeface="Arial" panose="020B0604020202020204" pitchFamily="34" charset="0"/>
                <a:cs typeface="Arial" panose="020B0604020202020204" pitchFamily="34" charset="0"/>
              </a:rPr>
              <a:t>. Reclamações: </a:t>
            </a:r>
            <a:r>
              <a:rPr lang="pt-BR" sz="1400" dirty="0">
                <a:latin typeface="Arial" panose="020B0604020202020204" pitchFamily="34" charset="0"/>
                <a:cs typeface="Arial" panose="020B0604020202020204" pitchFamily="34" charset="0"/>
              </a:rPr>
              <a:t>Clientes com número elevados de reclamação tendem da dar uma baixa nota de NPS.</a:t>
            </a:r>
            <a:r>
              <a:rPr lang="pt-BR" sz="1400" b="1" dirty="0">
                <a:latin typeface="Arial" panose="020B0604020202020204" pitchFamily="34" charset="0"/>
                <a:cs typeface="Arial" panose="020B0604020202020204" pitchFamily="34" charset="0"/>
              </a:rPr>
              <a:t> </a:t>
            </a:r>
          </a:p>
          <a:p>
            <a:pPr marL="342900" indent="-342900" algn="just">
              <a:spcBef>
                <a:spcPts val="600"/>
              </a:spcBef>
              <a:buFont typeface="+mj-lt"/>
              <a:buAutoNum type="arabicPeriod"/>
            </a:pPr>
            <a:r>
              <a:rPr lang="pt-BR" sz="1400" b="1" dirty="0">
                <a:latin typeface="Arial" panose="020B0604020202020204" pitchFamily="34" charset="0"/>
                <a:cs typeface="Arial" panose="020B0604020202020204" pitchFamily="34" charset="0"/>
              </a:rPr>
              <a:t>NPS </a:t>
            </a:r>
            <a:r>
              <a:rPr lang="pt-BR" sz="1400" b="1" dirty="0" err="1">
                <a:latin typeface="Arial" panose="020B0604020202020204" pitchFamily="34" charset="0"/>
                <a:cs typeface="Arial" panose="020B0604020202020204" pitchFamily="34" charset="0"/>
              </a:rPr>
              <a:t>vs</a:t>
            </a:r>
            <a:r>
              <a:rPr lang="pt-BR" sz="1400" b="1" dirty="0">
                <a:latin typeface="Arial" panose="020B0604020202020204" pitchFamily="34" charset="0"/>
                <a:cs typeface="Arial" panose="020B0604020202020204" pitchFamily="34" charset="0"/>
              </a:rPr>
              <a:t> Recorrência 30d: </a:t>
            </a:r>
            <a:r>
              <a:rPr lang="pt-BR" sz="1400" dirty="0">
                <a:latin typeface="Arial" panose="020B0604020202020204" pitchFamily="34" charset="0"/>
                <a:cs typeface="Arial" panose="020B0604020202020204" pitchFamily="34" charset="0"/>
              </a:rPr>
              <a:t>Clientes com NPS alto tendem a comprar novamente nos próximos 30 dias.</a:t>
            </a:r>
          </a:p>
          <a:p>
            <a:pPr marL="342900" indent="-342900" algn="just">
              <a:spcBef>
                <a:spcPts val="600"/>
              </a:spcBef>
              <a:buFont typeface="+mj-lt"/>
              <a:buAutoNum type="arabicPeriod"/>
            </a:pPr>
            <a:r>
              <a:rPr lang="pt-BR" sz="1400" b="1" dirty="0">
                <a:latin typeface="Arial" panose="020B0604020202020204" pitchFamily="34" charset="0"/>
                <a:cs typeface="Arial" panose="020B0604020202020204" pitchFamily="34" charset="0"/>
              </a:rPr>
              <a:t>NPS </a:t>
            </a:r>
            <a:r>
              <a:rPr lang="pt-BR" sz="1400" b="1" dirty="0" err="1">
                <a:latin typeface="Arial" panose="020B0604020202020204" pitchFamily="34" charset="0"/>
                <a:cs typeface="Arial" panose="020B0604020202020204" pitchFamily="34" charset="0"/>
              </a:rPr>
              <a:t>vs</a:t>
            </a:r>
            <a:r>
              <a:rPr lang="pt-BR" sz="1400" b="1" dirty="0">
                <a:latin typeface="Arial" panose="020B0604020202020204" pitchFamily="34" charset="0"/>
                <a:cs typeface="Arial" panose="020B0604020202020204" pitchFamily="34" charset="0"/>
              </a:rPr>
              <a:t> Desconto: </a:t>
            </a:r>
            <a:r>
              <a:rPr lang="pt-BR" sz="1400" dirty="0">
                <a:latin typeface="Arial" panose="020B0604020202020204" pitchFamily="34" charset="0"/>
                <a:cs typeface="Arial" panose="020B0604020202020204" pitchFamily="34" charset="0"/>
              </a:rPr>
              <a:t>Mesmo ofertando desconto aos clientes, não há aumento da nota do NPS.</a:t>
            </a:r>
            <a:endParaRPr lang="pt-BR" sz="1400" b="1" dirty="0">
              <a:latin typeface="Arial" panose="020B0604020202020204" pitchFamily="34" charset="0"/>
              <a:cs typeface="Arial" panose="020B0604020202020204" pitchFamily="34" charset="0"/>
            </a:endParaRPr>
          </a:p>
          <a:p>
            <a:pPr marL="0" indent="0" algn="just">
              <a:buNone/>
            </a:pPr>
            <a:endParaRPr lang="pt-BR" sz="1400" dirty="0">
              <a:latin typeface="Arial" panose="020B0604020202020204" pitchFamily="34" charset="0"/>
              <a:cs typeface="Arial" panose="020B0604020202020204" pitchFamily="34" charset="0"/>
            </a:endParaRPr>
          </a:p>
          <a:p>
            <a:pPr algn="just"/>
            <a:endParaRPr lang="pt-BR" sz="1400" b="1" dirty="0">
              <a:latin typeface="Arial" panose="020B0604020202020204" pitchFamily="34" charset="0"/>
              <a:cs typeface="Arial" panose="020B0604020202020204" pitchFamily="34" charset="0"/>
            </a:endParaRPr>
          </a:p>
          <a:p>
            <a:pPr marL="0" indent="0" algn="just">
              <a:buNone/>
            </a:pPr>
            <a:endParaRPr lang="pt-BR" sz="1400" dirty="0">
              <a:latin typeface="Arial" panose="020B0604020202020204" pitchFamily="34" charset="0"/>
              <a:cs typeface="Arial" panose="020B0604020202020204" pitchFamily="34" charset="0"/>
            </a:endParaRPr>
          </a:p>
          <a:p>
            <a:pPr marL="0" indent="0" algn="just">
              <a:buNone/>
            </a:pPr>
            <a:endParaRPr lang="pt-BR" sz="1700" dirty="0">
              <a:latin typeface="Arial" panose="020B0604020202020204" pitchFamily="34" charset="0"/>
              <a:cs typeface="Arial" panose="020B0604020202020204" pitchFamily="34" charset="0"/>
            </a:endParaRPr>
          </a:p>
          <a:p>
            <a:pPr marL="0" indent="0" algn="just">
              <a:buFont typeface="Arial" panose="020B0604020202020204" pitchFamily="34" charset="0"/>
              <a:buNone/>
            </a:pPr>
            <a:endParaRPr lang="pt-BR" sz="1600" dirty="0">
              <a:latin typeface="Arial" panose="020B0604020202020204" pitchFamily="34" charset="0"/>
              <a:cs typeface="Arial" panose="020B0604020202020204" pitchFamily="34" charset="0"/>
            </a:endParaRPr>
          </a:p>
        </p:txBody>
      </p:sp>
      <p:pic>
        <p:nvPicPr>
          <p:cNvPr id="5" name="Imagem 4">
            <a:extLst>
              <a:ext uri="{FF2B5EF4-FFF2-40B4-BE49-F238E27FC236}">
                <a16:creationId xmlns:a16="http://schemas.microsoft.com/office/drawing/2014/main" id="{AB2CAB5C-E9C6-6128-8629-C67002F67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686" y="1423392"/>
            <a:ext cx="5928642" cy="4418160"/>
          </a:xfrm>
          <a:prstGeom prst="rect">
            <a:avLst/>
          </a:prstGeom>
        </p:spPr>
      </p:pic>
      <p:sp>
        <p:nvSpPr>
          <p:cNvPr id="6" name="Retângulo 5">
            <a:extLst>
              <a:ext uri="{FF2B5EF4-FFF2-40B4-BE49-F238E27FC236}">
                <a16:creationId xmlns:a16="http://schemas.microsoft.com/office/drawing/2014/main" id="{A175966D-9CBC-5C55-1536-75F3330A9B3A}"/>
              </a:ext>
            </a:extLst>
          </p:cNvPr>
          <p:cNvSpPr/>
          <p:nvPr/>
        </p:nvSpPr>
        <p:spPr>
          <a:xfrm>
            <a:off x="522514" y="3075709"/>
            <a:ext cx="1318161" cy="219941"/>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8275A7A9-81E2-A152-1FDF-8C13F7AEAC75}"/>
              </a:ext>
            </a:extLst>
          </p:cNvPr>
          <p:cNvSpPr/>
          <p:nvPr/>
        </p:nvSpPr>
        <p:spPr>
          <a:xfrm>
            <a:off x="522514" y="4316892"/>
            <a:ext cx="1318161" cy="219941"/>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CaixaDeTexto 11">
            <a:extLst>
              <a:ext uri="{FF2B5EF4-FFF2-40B4-BE49-F238E27FC236}">
                <a16:creationId xmlns:a16="http://schemas.microsoft.com/office/drawing/2014/main" id="{635C7A99-5330-9687-FB31-4EE30488E3CF}"/>
              </a:ext>
            </a:extLst>
          </p:cNvPr>
          <p:cNvSpPr txBox="1"/>
          <p:nvPr/>
        </p:nvSpPr>
        <p:spPr>
          <a:xfrm>
            <a:off x="298015" y="3064405"/>
            <a:ext cx="269626" cy="276999"/>
          </a:xfrm>
          <a:prstGeom prst="rect">
            <a:avLst/>
          </a:prstGeom>
          <a:noFill/>
        </p:spPr>
        <p:txBody>
          <a:bodyPr wrap="none" rtlCol="0">
            <a:spAutoFit/>
          </a:bodyPr>
          <a:lstStyle/>
          <a:p>
            <a:r>
              <a:rPr lang="pt-BR" sz="1200" b="1" dirty="0">
                <a:solidFill>
                  <a:srgbClr val="0070C0"/>
                </a:solidFill>
                <a:latin typeface="Arial" panose="020B0604020202020204" pitchFamily="34" charset="0"/>
                <a:cs typeface="Arial" panose="020B0604020202020204" pitchFamily="34" charset="0"/>
              </a:rPr>
              <a:t>1</a:t>
            </a:r>
            <a:endParaRPr lang="pt-BR" b="1" dirty="0">
              <a:solidFill>
                <a:srgbClr val="0070C0"/>
              </a:solidFill>
              <a:latin typeface="Arial" panose="020B0604020202020204" pitchFamily="34" charset="0"/>
              <a:cs typeface="Arial" panose="020B0604020202020204" pitchFamily="34" charset="0"/>
            </a:endParaRPr>
          </a:p>
        </p:txBody>
      </p:sp>
      <p:sp>
        <p:nvSpPr>
          <p:cNvPr id="13" name="CaixaDeTexto 12">
            <a:extLst>
              <a:ext uri="{FF2B5EF4-FFF2-40B4-BE49-F238E27FC236}">
                <a16:creationId xmlns:a16="http://schemas.microsoft.com/office/drawing/2014/main" id="{A012ACCA-742A-8FC8-F042-F61D0448FA7C}"/>
              </a:ext>
            </a:extLst>
          </p:cNvPr>
          <p:cNvSpPr txBox="1"/>
          <p:nvPr/>
        </p:nvSpPr>
        <p:spPr>
          <a:xfrm>
            <a:off x="298015" y="4316892"/>
            <a:ext cx="269626" cy="276999"/>
          </a:xfrm>
          <a:prstGeom prst="rect">
            <a:avLst/>
          </a:prstGeom>
          <a:noFill/>
        </p:spPr>
        <p:txBody>
          <a:bodyPr wrap="none" rtlCol="0">
            <a:spAutoFit/>
          </a:bodyPr>
          <a:lstStyle/>
          <a:p>
            <a:r>
              <a:rPr lang="pt-BR" sz="1200" b="1" dirty="0">
                <a:solidFill>
                  <a:srgbClr val="0070C0"/>
                </a:solidFill>
                <a:latin typeface="Arial" panose="020B0604020202020204" pitchFamily="34" charset="0"/>
                <a:cs typeface="Arial" panose="020B0604020202020204" pitchFamily="34" charset="0"/>
              </a:rPr>
              <a:t>2</a:t>
            </a:r>
            <a:endParaRPr lang="pt-BR" b="1" dirty="0">
              <a:solidFill>
                <a:srgbClr val="0070C0"/>
              </a:solidFill>
              <a:latin typeface="Arial" panose="020B0604020202020204" pitchFamily="34" charset="0"/>
              <a:cs typeface="Arial" panose="020B0604020202020204" pitchFamily="34" charset="0"/>
            </a:endParaRPr>
          </a:p>
        </p:txBody>
      </p:sp>
      <p:sp>
        <p:nvSpPr>
          <p:cNvPr id="15" name="CaixaDeTexto 14">
            <a:extLst>
              <a:ext uri="{FF2B5EF4-FFF2-40B4-BE49-F238E27FC236}">
                <a16:creationId xmlns:a16="http://schemas.microsoft.com/office/drawing/2014/main" id="{1C82E00B-985E-94EE-266F-2A14402396C2}"/>
              </a:ext>
            </a:extLst>
          </p:cNvPr>
          <p:cNvSpPr txBox="1"/>
          <p:nvPr/>
        </p:nvSpPr>
        <p:spPr>
          <a:xfrm>
            <a:off x="298015" y="4078334"/>
            <a:ext cx="269626" cy="276999"/>
          </a:xfrm>
          <a:prstGeom prst="rect">
            <a:avLst/>
          </a:prstGeom>
          <a:noFill/>
        </p:spPr>
        <p:txBody>
          <a:bodyPr wrap="none" rtlCol="0">
            <a:spAutoFit/>
          </a:bodyPr>
          <a:lstStyle/>
          <a:p>
            <a:r>
              <a:rPr lang="pt-BR" sz="1200" b="1" dirty="0">
                <a:solidFill>
                  <a:srgbClr val="0070C0"/>
                </a:solidFill>
                <a:latin typeface="Arial" panose="020B0604020202020204" pitchFamily="34" charset="0"/>
                <a:cs typeface="Arial" panose="020B0604020202020204" pitchFamily="34" charset="0"/>
              </a:rPr>
              <a:t>3</a:t>
            </a:r>
            <a:endParaRPr lang="pt-BR" b="1" dirty="0">
              <a:solidFill>
                <a:srgbClr val="0070C0"/>
              </a:solidFill>
              <a:latin typeface="Arial" panose="020B0604020202020204" pitchFamily="34" charset="0"/>
              <a:cs typeface="Arial" panose="020B0604020202020204" pitchFamily="34" charset="0"/>
            </a:endParaRPr>
          </a:p>
        </p:txBody>
      </p:sp>
      <p:sp>
        <p:nvSpPr>
          <p:cNvPr id="16" name="Retângulo 15">
            <a:extLst>
              <a:ext uri="{FF2B5EF4-FFF2-40B4-BE49-F238E27FC236}">
                <a16:creationId xmlns:a16="http://schemas.microsoft.com/office/drawing/2014/main" id="{411CF6C6-C75D-E9DB-C516-65C9B6FF7C6F}"/>
              </a:ext>
            </a:extLst>
          </p:cNvPr>
          <p:cNvSpPr/>
          <p:nvPr/>
        </p:nvSpPr>
        <p:spPr>
          <a:xfrm>
            <a:off x="522514" y="4126892"/>
            <a:ext cx="1318161" cy="179884"/>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EFFA73E4-7B31-E5EC-C95D-2D3951AA676E}"/>
              </a:ext>
            </a:extLst>
          </p:cNvPr>
          <p:cNvSpPr/>
          <p:nvPr/>
        </p:nvSpPr>
        <p:spPr>
          <a:xfrm>
            <a:off x="522513" y="2428843"/>
            <a:ext cx="1318161" cy="219941"/>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CaixaDeTexto 17">
            <a:extLst>
              <a:ext uri="{FF2B5EF4-FFF2-40B4-BE49-F238E27FC236}">
                <a16:creationId xmlns:a16="http://schemas.microsoft.com/office/drawing/2014/main" id="{69ACC10D-4294-C6B9-269E-BC0284FAB6AD}"/>
              </a:ext>
            </a:extLst>
          </p:cNvPr>
          <p:cNvSpPr txBox="1"/>
          <p:nvPr/>
        </p:nvSpPr>
        <p:spPr>
          <a:xfrm>
            <a:off x="298015" y="2400313"/>
            <a:ext cx="269626" cy="276999"/>
          </a:xfrm>
          <a:prstGeom prst="rect">
            <a:avLst/>
          </a:prstGeom>
          <a:noFill/>
        </p:spPr>
        <p:txBody>
          <a:bodyPr wrap="none" rtlCol="0">
            <a:spAutoFit/>
          </a:bodyPr>
          <a:lstStyle/>
          <a:p>
            <a:r>
              <a:rPr lang="pt-BR" sz="1200" b="1" dirty="0">
                <a:solidFill>
                  <a:srgbClr val="0070C0"/>
                </a:solidFill>
                <a:latin typeface="Arial" panose="020B0604020202020204" pitchFamily="34" charset="0"/>
                <a:cs typeface="Arial" panose="020B0604020202020204" pitchFamily="34" charset="0"/>
              </a:rPr>
              <a:t>4</a:t>
            </a:r>
            <a:endParaRPr lang="pt-BR" b="1"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4061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2BDE6-7135-DE14-3135-418493ED7E64}"/>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CFA85A04-B915-9F8F-1A60-C49F351E120B}"/>
              </a:ext>
            </a:extLst>
          </p:cNvPr>
          <p:cNvSpPr>
            <a:spLocks noGrp="1"/>
          </p:cNvSpPr>
          <p:nvPr>
            <p:ph type="title"/>
          </p:nvPr>
        </p:nvSpPr>
        <p:spPr>
          <a:xfrm>
            <a:off x="381000" y="102875"/>
            <a:ext cx="11430000" cy="773425"/>
          </a:xfrm>
        </p:spPr>
        <p:txBody>
          <a:bodyPr rtlCol="0"/>
          <a:lstStyle>
            <a:defPPr>
              <a:defRPr lang="pt-BR"/>
            </a:defPPr>
          </a:lstStyle>
          <a:p>
            <a:pPr rtl="0"/>
            <a:r>
              <a:rPr lang="pt-BR" dirty="0"/>
              <a:t>Iniciativas e Riscos</a:t>
            </a:r>
          </a:p>
        </p:txBody>
      </p:sp>
      <p:grpSp>
        <p:nvGrpSpPr>
          <p:cNvPr id="19" name="Grupo 18">
            <a:extLst>
              <a:ext uri="{FF2B5EF4-FFF2-40B4-BE49-F238E27FC236}">
                <a16:creationId xmlns:a16="http://schemas.microsoft.com/office/drawing/2014/main" id="{0E0FB8CC-180B-4EB7-2566-119C8C6411E0}"/>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a Livre 19">
              <a:extLst>
                <a:ext uri="{FF2B5EF4-FFF2-40B4-BE49-F238E27FC236}">
                  <a16:creationId xmlns:a16="http://schemas.microsoft.com/office/drawing/2014/main" id="{C1CA189F-3C22-A965-6E25-4A941418EE39}"/>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21" name="Forma Livre 20">
              <a:extLst>
                <a:ext uri="{FF2B5EF4-FFF2-40B4-BE49-F238E27FC236}">
                  <a16:creationId xmlns:a16="http://schemas.microsoft.com/office/drawing/2014/main" id="{E2711D4E-8610-4CC6-B3D2-36ED9267AF9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sp>
          <p:nvSpPr>
            <p:cNvPr id="22" name="Forma Livre 21">
              <a:extLst>
                <a:ext uri="{FF2B5EF4-FFF2-40B4-BE49-F238E27FC236}">
                  <a16:creationId xmlns:a16="http://schemas.microsoft.com/office/drawing/2014/main" id="{FFE64433-832B-737F-7382-1F67DB2B7F0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pt-BR"/>
              </a:defPPr>
            </a:lstStyle>
            <a:p>
              <a:pPr rtl="0"/>
              <a:endParaRPr lang="pt-BR" dirty="0"/>
            </a:p>
          </p:txBody>
        </p:sp>
      </p:grpSp>
      <p:sp>
        <p:nvSpPr>
          <p:cNvPr id="2" name="Espaço Reservado para Texto 6">
            <a:extLst>
              <a:ext uri="{FF2B5EF4-FFF2-40B4-BE49-F238E27FC236}">
                <a16:creationId xmlns:a16="http://schemas.microsoft.com/office/drawing/2014/main" id="{BC57B698-3530-4558-057E-1A3958A15419}"/>
              </a:ext>
            </a:extLst>
          </p:cNvPr>
          <p:cNvSpPr txBox="1">
            <a:spLocks/>
          </p:cNvSpPr>
          <p:nvPr/>
        </p:nvSpPr>
        <p:spPr>
          <a:xfrm>
            <a:off x="381000" y="629736"/>
            <a:ext cx="11430000" cy="773425"/>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None/>
            </a:pPr>
            <a:r>
              <a:rPr lang="pt-BR" sz="1600" dirty="0">
                <a:latin typeface="Arial" panose="020B0604020202020204" pitchFamily="34" charset="0"/>
                <a:cs typeface="Arial" panose="020B0604020202020204" pitchFamily="34" charset="0"/>
              </a:rPr>
              <a:t>Quais iniciativas podemos realizar para reverter o cenário?.</a:t>
            </a:r>
          </a:p>
        </p:txBody>
      </p:sp>
      <p:sp>
        <p:nvSpPr>
          <p:cNvPr id="10" name="Retângulo: Cantos Arredondados 9">
            <a:extLst>
              <a:ext uri="{FF2B5EF4-FFF2-40B4-BE49-F238E27FC236}">
                <a16:creationId xmlns:a16="http://schemas.microsoft.com/office/drawing/2014/main" id="{C3B67858-42DA-3680-3CF3-AE74EA99C815}"/>
              </a:ext>
            </a:extLst>
          </p:cNvPr>
          <p:cNvSpPr/>
          <p:nvPr/>
        </p:nvSpPr>
        <p:spPr>
          <a:xfrm>
            <a:off x="381000" y="1154424"/>
            <a:ext cx="5715000" cy="5073839"/>
          </a:xfrm>
          <a:prstGeom prst="roundRect">
            <a:avLst>
              <a:gd name="adj" fmla="val 3437"/>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 name="Retângulo: Cantos Arredondados 3">
            <a:extLst>
              <a:ext uri="{FF2B5EF4-FFF2-40B4-BE49-F238E27FC236}">
                <a16:creationId xmlns:a16="http://schemas.microsoft.com/office/drawing/2014/main" id="{153B3886-898E-3DB1-FD3F-7A54A0EC5466}"/>
              </a:ext>
            </a:extLst>
          </p:cNvPr>
          <p:cNvSpPr/>
          <p:nvPr/>
        </p:nvSpPr>
        <p:spPr>
          <a:xfrm>
            <a:off x="6400801" y="1154424"/>
            <a:ext cx="5410200" cy="5073839"/>
          </a:xfrm>
          <a:prstGeom prst="roundRect">
            <a:avLst>
              <a:gd name="adj" fmla="val 3437"/>
            </a:avLst>
          </a:prstGeom>
          <a:solidFill>
            <a:schemeClr val="tx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0" name="Espaço Reservado para Texto 6">
            <a:extLst>
              <a:ext uri="{FF2B5EF4-FFF2-40B4-BE49-F238E27FC236}">
                <a16:creationId xmlns:a16="http://schemas.microsoft.com/office/drawing/2014/main" id="{DCC0556C-AF73-331D-0005-93E2C2B0E013}"/>
              </a:ext>
            </a:extLst>
          </p:cNvPr>
          <p:cNvSpPr>
            <a:spLocks noGrp="1"/>
          </p:cNvSpPr>
          <p:nvPr>
            <p:ph sz="quarter" idx="13"/>
          </p:nvPr>
        </p:nvSpPr>
        <p:spPr>
          <a:xfrm>
            <a:off x="1103833" y="1757886"/>
            <a:ext cx="4684301" cy="1389075"/>
          </a:xfrm>
        </p:spPr>
        <p:txBody>
          <a:bodyPr rtlCol="0">
            <a:noAutofit/>
          </a:bodyPr>
          <a:lstStyle>
            <a:defPPr>
              <a:defRPr lang="pt-BR"/>
            </a:defPPr>
          </a:lstStyle>
          <a:p>
            <a:pPr marL="0" indent="0">
              <a:buNone/>
            </a:pPr>
            <a:r>
              <a:rPr lang="pt-BR" sz="1400" b="1" dirty="0">
                <a:latin typeface="Arial" panose="020B0604020202020204" pitchFamily="34" charset="0"/>
                <a:cs typeface="Arial" panose="020B0604020202020204" pitchFamily="34" charset="0"/>
              </a:rPr>
              <a:t>Redução do prazo de entrega: </a:t>
            </a:r>
            <a:r>
              <a:rPr lang="pt-BR" sz="1400" dirty="0">
                <a:latin typeface="Arial" panose="020B0604020202020204" pitchFamily="34" charset="0"/>
                <a:cs typeface="Arial" panose="020B0604020202020204" pitchFamily="34" charset="0"/>
              </a:rPr>
              <a:t>Revisão do processo logístico para localizar os gargalos operacionais(principalmente nas regiões Norte e Nordeste), incluir uma meta de prazo de entrega ou repactuar o prazo de entrega ao cliente. </a:t>
            </a:r>
          </a:p>
        </p:txBody>
      </p:sp>
      <p:sp>
        <p:nvSpPr>
          <p:cNvPr id="34" name="Fluxograma: Conector 33">
            <a:extLst>
              <a:ext uri="{FF2B5EF4-FFF2-40B4-BE49-F238E27FC236}">
                <a16:creationId xmlns:a16="http://schemas.microsoft.com/office/drawing/2014/main" id="{FC77A00D-A301-14D5-8489-04768992F330}"/>
              </a:ext>
            </a:extLst>
          </p:cNvPr>
          <p:cNvSpPr/>
          <p:nvPr/>
        </p:nvSpPr>
        <p:spPr>
          <a:xfrm>
            <a:off x="542069" y="2034207"/>
            <a:ext cx="468000" cy="4680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Arial Black" panose="020B0A04020102020204" pitchFamily="34" charset="0"/>
              </a:rPr>
              <a:t>1</a:t>
            </a:r>
          </a:p>
        </p:txBody>
      </p:sp>
      <p:sp>
        <p:nvSpPr>
          <p:cNvPr id="35" name="Espaço Reservado para Texto 6">
            <a:extLst>
              <a:ext uri="{FF2B5EF4-FFF2-40B4-BE49-F238E27FC236}">
                <a16:creationId xmlns:a16="http://schemas.microsoft.com/office/drawing/2014/main" id="{3999B9C9-270D-EDCF-CFC4-1B80F8226711}"/>
              </a:ext>
            </a:extLst>
          </p:cNvPr>
          <p:cNvSpPr txBox="1">
            <a:spLocks/>
          </p:cNvSpPr>
          <p:nvPr/>
        </p:nvSpPr>
        <p:spPr>
          <a:xfrm>
            <a:off x="542069" y="1111540"/>
            <a:ext cx="3916756" cy="575087"/>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Font typeface="Arial" panose="020B0604020202020204" pitchFamily="34" charset="0"/>
              <a:buNone/>
            </a:pPr>
            <a:r>
              <a:rPr lang="pt-BR" sz="1800" b="1" dirty="0">
                <a:solidFill>
                  <a:srgbClr val="0070C0"/>
                </a:solidFill>
                <a:latin typeface="Arial Black" panose="020B0A04020102020204" pitchFamily="34" charset="0"/>
                <a:cs typeface="Arial" panose="020B0604020202020204" pitchFamily="34" charset="0"/>
              </a:rPr>
              <a:t>Iniciativas de reversão:</a:t>
            </a:r>
            <a:endParaRPr lang="pt-BR" sz="1800" dirty="0">
              <a:solidFill>
                <a:srgbClr val="0070C0"/>
              </a:solidFill>
              <a:latin typeface="Arial Black" panose="020B0A04020102020204" pitchFamily="34" charset="0"/>
              <a:cs typeface="Arial" panose="020B0604020202020204" pitchFamily="34" charset="0"/>
            </a:endParaRPr>
          </a:p>
        </p:txBody>
      </p:sp>
      <p:sp>
        <p:nvSpPr>
          <p:cNvPr id="36" name="Espaço Reservado para Texto 6">
            <a:extLst>
              <a:ext uri="{FF2B5EF4-FFF2-40B4-BE49-F238E27FC236}">
                <a16:creationId xmlns:a16="http://schemas.microsoft.com/office/drawing/2014/main" id="{18699A33-A63D-A620-7D73-B041F31EFA78}"/>
              </a:ext>
            </a:extLst>
          </p:cNvPr>
          <p:cNvSpPr txBox="1">
            <a:spLocks/>
          </p:cNvSpPr>
          <p:nvPr/>
        </p:nvSpPr>
        <p:spPr>
          <a:xfrm>
            <a:off x="1106899" y="2944670"/>
            <a:ext cx="4684301" cy="1252529"/>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Font typeface="Arial" panose="020B0604020202020204" pitchFamily="34" charset="0"/>
              <a:buNone/>
            </a:pPr>
            <a:r>
              <a:rPr lang="pt-BR" sz="1400" b="1" dirty="0">
                <a:latin typeface="Arial" panose="020B0604020202020204" pitchFamily="34" charset="0"/>
                <a:cs typeface="Arial" panose="020B0604020202020204" pitchFamily="34" charset="0"/>
              </a:rPr>
              <a:t>Resolução ágil: </a:t>
            </a:r>
            <a:r>
              <a:rPr lang="pt-BR" sz="1400" dirty="0">
                <a:latin typeface="Arial" panose="020B0604020202020204" pitchFamily="34" charset="0"/>
                <a:cs typeface="Arial" panose="020B0604020202020204" pitchFamily="34" charset="0"/>
              </a:rPr>
              <a:t>Reduzir a quantidade de etapas para a solução do problema do cliente com a otimização dos scripts de atendimento, e incluir um contato ativo com os clientes que entram em </a:t>
            </a:r>
            <a:r>
              <a:rPr lang="pt-BR" sz="1400" dirty="0" err="1">
                <a:latin typeface="Arial" panose="020B0604020202020204" pitchFamily="34" charset="0"/>
                <a:cs typeface="Arial" panose="020B0604020202020204" pitchFamily="34" charset="0"/>
              </a:rPr>
              <a:t>atraso,ofertando</a:t>
            </a:r>
            <a:r>
              <a:rPr lang="pt-BR" sz="1400" dirty="0">
                <a:latin typeface="Arial" panose="020B0604020202020204" pitchFamily="34" charset="0"/>
                <a:cs typeface="Arial" panose="020B0604020202020204" pitchFamily="34" charset="0"/>
              </a:rPr>
              <a:t> desconto na próxima compra. </a:t>
            </a:r>
          </a:p>
        </p:txBody>
      </p:sp>
      <p:sp>
        <p:nvSpPr>
          <p:cNvPr id="37" name="Fluxograma: Conector 36">
            <a:extLst>
              <a:ext uri="{FF2B5EF4-FFF2-40B4-BE49-F238E27FC236}">
                <a16:creationId xmlns:a16="http://schemas.microsoft.com/office/drawing/2014/main" id="{E0106782-B537-3D91-347B-F5E21BA1EC75}"/>
              </a:ext>
            </a:extLst>
          </p:cNvPr>
          <p:cNvSpPr/>
          <p:nvPr/>
        </p:nvSpPr>
        <p:spPr>
          <a:xfrm>
            <a:off x="545135" y="3220991"/>
            <a:ext cx="468000" cy="4680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Arial Black" panose="020B0A04020102020204" pitchFamily="34" charset="0"/>
              </a:rPr>
              <a:t>2</a:t>
            </a:r>
          </a:p>
        </p:txBody>
      </p:sp>
      <p:sp>
        <p:nvSpPr>
          <p:cNvPr id="38" name="Espaço Reservado para Texto 6">
            <a:extLst>
              <a:ext uri="{FF2B5EF4-FFF2-40B4-BE49-F238E27FC236}">
                <a16:creationId xmlns:a16="http://schemas.microsoft.com/office/drawing/2014/main" id="{4890ED37-683F-762D-18BF-5ABAB3B95DF7}"/>
              </a:ext>
            </a:extLst>
          </p:cNvPr>
          <p:cNvSpPr txBox="1">
            <a:spLocks/>
          </p:cNvSpPr>
          <p:nvPr/>
        </p:nvSpPr>
        <p:spPr>
          <a:xfrm>
            <a:off x="1103833" y="4088598"/>
            <a:ext cx="4684301" cy="1252529"/>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Font typeface="Arial" panose="020B0604020202020204" pitchFamily="34" charset="0"/>
              <a:buNone/>
            </a:pPr>
            <a:r>
              <a:rPr lang="pt-BR" sz="1400" b="1" dirty="0">
                <a:latin typeface="Arial" panose="020B0604020202020204" pitchFamily="34" charset="0"/>
                <a:cs typeface="Arial" panose="020B0604020202020204" pitchFamily="34" charset="0"/>
              </a:rPr>
              <a:t>Conversão dos neutros: </a:t>
            </a:r>
            <a:r>
              <a:rPr lang="pt-BR" sz="1400" dirty="0">
                <a:latin typeface="Arial" panose="020B0604020202020204" pitchFamily="34" charset="0"/>
                <a:cs typeface="Arial" panose="020B0604020202020204" pitchFamily="34" charset="0"/>
              </a:rPr>
              <a:t>Criar ações que melhore a experencia dos clientes neutros, tais como </a:t>
            </a:r>
            <a:r>
              <a:rPr lang="pt-BR" sz="1400" dirty="0" err="1">
                <a:latin typeface="Arial" panose="020B0604020202020204" pitchFamily="34" charset="0"/>
                <a:cs typeface="Arial" panose="020B0604020202020204" pitchFamily="34" charset="0"/>
              </a:rPr>
              <a:t>cashback</a:t>
            </a:r>
            <a:r>
              <a:rPr lang="pt-BR" sz="1400" dirty="0">
                <a:latin typeface="Arial" panose="020B0604020202020204" pitchFamily="34" charset="0"/>
                <a:cs typeface="Arial" panose="020B0604020202020204" pitchFamily="34" charset="0"/>
              </a:rPr>
              <a:t>, descontos progressivos e campanhas de incentivo, vendedores exclusivos.</a:t>
            </a:r>
          </a:p>
        </p:txBody>
      </p:sp>
      <p:sp>
        <p:nvSpPr>
          <p:cNvPr id="39" name="Fluxograma: Conector 38">
            <a:extLst>
              <a:ext uri="{FF2B5EF4-FFF2-40B4-BE49-F238E27FC236}">
                <a16:creationId xmlns:a16="http://schemas.microsoft.com/office/drawing/2014/main" id="{820F01D3-8875-3BB0-4C26-4E92A56AF801}"/>
              </a:ext>
            </a:extLst>
          </p:cNvPr>
          <p:cNvSpPr/>
          <p:nvPr/>
        </p:nvSpPr>
        <p:spPr>
          <a:xfrm>
            <a:off x="542069" y="4480862"/>
            <a:ext cx="468000" cy="4680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Arial Black" panose="020B0A04020102020204" pitchFamily="34" charset="0"/>
              </a:rPr>
              <a:t>3</a:t>
            </a:r>
          </a:p>
        </p:txBody>
      </p:sp>
      <p:sp>
        <p:nvSpPr>
          <p:cNvPr id="40" name="Espaço Reservado para Texto 6">
            <a:extLst>
              <a:ext uri="{FF2B5EF4-FFF2-40B4-BE49-F238E27FC236}">
                <a16:creationId xmlns:a16="http://schemas.microsoft.com/office/drawing/2014/main" id="{62E9EDBB-E14F-B927-0B15-CD872F4CEE24}"/>
              </a:ext>
            </a:extLst>
          </p:cNvPr>
          <p:cNvSpPr txBox="1">
            <a:spLocks/>
          </p:cNvSpPr>
          <p:nvPr/>
        </p:nvSpPr>
        <p:spPr>
          <a:xfrm>
            <a:off x="6712396" y="1154424"/>
            <a:ext cx="3916756" cy="575087"/>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Font typeface="Arial" panose="020B0604020202020204" pitchFamily="34" charset="0"/>
              <a:buNone/>
            </a:pPr>
            <a:r>
              <a:rPr lang="pt-BR" sz="1800" b="1" dirty="0">
                <a:solidFill>
                  <a:srgbClr val="0070C0"/>
                </a:solidFill>
                <a:latin typeface="Arial Black" panose="020B0A04020102020204" pitchFamily="34" charset="0"/>
                <a:cs typeface="Arial" panose="020B0604020202020204" pitchFamily="34" charset="0"/>
              </a:rPr>
              <a:t>Pontos de atenção</a:t>
            </a:r>
            <a:endParaRPr lang="pt-BR" sz="1800" dirty="0">
              <a:solidFill>
                <a:srgbClr val="0070C0"/>
              </a:solidFill>
              <a:latin typeface="Arial Black" panose="020B0A04020102020204" pitchFamily="34" charset="0"/>
              <a:cs typeface="Arial" panose="020B0604020202020204" pitchFamily="34" charset="0"/>
            </a:endParaRPr>
          </a:p>
        </p:txBody>
      </p:sp>
      <p:sp>
        <p:nvSpPr>
          <p:cNvPr id="41" name="Espaço Reservado para Texto 6">
            <a:extLst>
              <a:ext uri="{FF2B5EF4-FFF2-40B4-BE49-F238E27FC236}">
                <a16:creationId xmlns:a16="http://schemas.microsoft.com/office/drawing/2014/main" id="{1DC982F6-FB04-D0DC-0B8F-3CF4A6AF428D}"/>
              </a:ext>
            </a:extLst>
          </p:cNvPr>
          <p:cNvSpPr txBox="1">
            <a:spLocks/>
          </p:cNvSpPr>
          <p:nvPr/>
        </p:nvSpPr>
        <p:spPr>
          <a:xfrm>
            <a:off x="1106899" y="5084609"/>
            <a:ext cx="4684301" cy="1252529"/>
          </a:xfrm>
          <a:prstGeom prst="rect">
            <a:avLst/>
          </a:prstGeom>
        </p:spPr>
        <p:txBody>
          <a:bodyPr vert="horz" lIns="0" tIns="228600" rIns="0" bIns="0" rtlCol="0">
            <a:norm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Font typeface="Arial" panose="020B0604020202020204" pitchFamily="34" charset="0"/>
              <a:buNone/>
            </a:pPr>
            <a:r>
              <a:rPr lang="pt-BR" sz="1400" b="1" dirty="0">
                <a:latin typeface="Arial" panose="020B0604020202020204" pitchFamily="34" charset="0"/>
                <a:cs typeface="Arial" panose="020B0604020202020204" pitchFamily="34" charset="0"/>
              </a:rPr>
              <a:t>Satisfação em cada etapa: </a:t>
            </a:r>
            <a:r>
              <a:rPr lang="pt-BR" sz="1400" dirty="0">
                <a:latin typeface="Arial" panose="020B0604020202020204" pitchFamily="34" charset="0"/>
                <a:cs typeface="Arial" panose="020B0604020202020204" pitchFamily="34" charset="0"/>
              </a:rPr>
              <a:t>Incluir processos de aferição da satisfação do cliente em cada etapa do processo assim podemos identificar quais etapas são as maiores ofensoras.</a:t>
            </a:r>
          </a:p>
        </p:txBody>
      </p:sp>
      <p:sp>
        <p:nvSpPr>
          <p:cNvPr id="42" name="Fluxograma: Conector 41">
            <a:extLst>
              <a:ext uri="{FF2B5EF4-FFF2-40B4-BE49-F238E27FC236}">
                <a16:creationId xmlns:a16="http://schemas.microsoft.com/office/drawing/2014/main" id="{121D4924-1AB7-61D1-7EB8-ACB1FE1808D7}"/>
              </a:ext>
            </a:extLst>
          </p:cNvPr>
          <p:cNvSpPr/>
          <p:nvPr/>
        </p:nvSpPr>
        <p:spPr>
          <a:xfrm>
            <a:off x="545135" y="5360930"/>
            <a:ext cx="468000" cy="4680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latin typeface="Arial Black" panose="020B0A04020102020204" pitchFamily="34" charset="0"/>
              </a:rPr>
              <a:t>4</a:t>
            </a:r>
          </a:p>
        </p:txBody>
      </p:sp>
      <p:sp>
        <p:nvSpPr>
          <p:cNvPr id="43" name="Espaço Reservado para Texto 6">
            <a:extLst>
              <a:ext uri="{FF2B5EF4-FFF2-40B4-BE49-F238E27FC236}">
                <a16:creationId xmlns:a16="http://schemas.microsoft.com/office/drawing/2014/main" id="{B1C86D5F-7AFD-A842-36E7-ECCF3C7919D0}"/>
              </a:ext>
            </a:extLst>
          </p:cNvPr>
          <p:cNvSpPr txBox="1">
            <a:spLocks/>
          </p:cNvSpPr>
          <p:nvPr/>
        </p:nvSpPr>
        <p:spPr>
          <a:xfrm>
            <a:off x="6712396" y="1531903"/>
            <a:ext cx="4684301" cy="3836172"/>
          </a:xfrm>
          <a:prstGeom prst="rect">
            <a:avLst/>
          </a:prstGeom>
        </p:spPr>
        <p:txBody>
          <a:bodyPr vert="horz" lIns="0" tIns="228600" rIns="0" bIns="0" rtlCol="0">
            <a:noAutofit/>
          </a:bodyPr>
          <a:lstStyle>
            <a:defPPr>
              <a:defRPr lang="pt-BR"/>
            </a:defPPr>
            <a:lvl1pPr marL="283464"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lang="pt-B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pt-BR" sz="1800" kern="1200">
                <a:solidFill>
                  <a:schemeClr val="tx1"/>
                </a:solidFill>
                <a:latin typeface="+mn-lt"/>
                <a:ea typeface="+mn-ea"/>
                <a:cs typeface="+mn-cs"/>
              </a:defRPr>
            </a:lvl9pPr>
          </a:lstStyle>
          <a:p>
            <a:pPr marL="0" indent="0">
              <a:buFont typeface="Arial" panose="020B0604020202020204" pitchFamily="34" charset="0"/>
              <a:buNone/>
            </a:pPr>
            <a:r>
              <a:rPr lang="pt-BR" sz="1400" b="1" dirty="0">
                <a:latin typeface="Arial" panose="020B0604020202020204" pitchFamily="34" charset="0"/>
                <a:cs typeface="Arial" panose="020B0604020202020204" pitchFamily="34" charset="0"/>
              </a:rPr>
              <a:t>Correlação não implica em causalidade: </a:t>
            </a:r>
            <a:r>
              <a:rPr lang="pt-BR" sz="1400" dirty="0">
                <a:latin typeface="Arial" panose="020B0604020202020204" pitchFamily="34" charset="0"/>
                <a:cs typeface="Arial" panose="020B0604020202020204" pitchFamily="34" charset="0"/>
              </a:rPr>
              <a:t>A existência de correlação não significa que uma variável causa a outra.</a:t>
            </a:r>
          </a:p>
          <a:p>
            <a:pPr marL="0" indent="0">
              <a:buNone/>
            </a:pPr>
            <a:r>
              <a:rPr lang="pt-BR" sz="1400" b="1" dirty="0">
                <a:latin typeface="Arial" panose="020B0604020202020204" pitchFamily="34" charset="0"/>
                <a:cs typeface="Arial" panose="020B0604020202020204" pitchFamily="34" charset="0"/>
              </a:rPr>
              <a:t>Entender a razão das notas: </a:t>
            </a:r>
            <a:r>
              <a:rPr lang="pt-BR" sz="1400" dirty="0">
                <a:latin typeface="Arial" panose="020B0604020202020204" pitchFamily="34" charset="0"/>
                <a:cs typeface="Arial" panose="020B0604020202020204" pitchFamily="34" charset="0"/>
              </a:rPr>
              <a:t>A análise considerou apenas os dados quantitativos, porém é necessário explorar os dados qualitativos da reclamações afim de capturar a percepção real do cliente. </a:t>
            </a:r>
          </a:p>
          <a:p>
            <a:pPr marL="0" indent="0">
              <a:buNone/>
            </a:pPr>
            <a:r>
              <a:rPr lang="pt-BR" sz="1400" b="1" dirty="0">
                <a:latin typeface="Arial" panose="020B0604020202020204" pitchFamily="34" charset="0"/>
                <a:cs typeface="Arial" panose="020B0604020202020204" pitchFamily="34" charset="0"/>
              </a:rPr>
              <a:t>Viés de recência: </a:t>
            </a:r>
            <a:r>
              <a:rPr lang="pt-BR" sz="1400" dirty="0">
                <a:latin typeface="Arial" panose="020B0604020202020204" pitchFamily="34" charset="0"/>
                <a:cs typeface="Arial" panose="020B0604020202020204" pitchFamily="34" charset="0"/>
              </a:rPr>
              <a:t>Como o NPS é apurado apenas no final da jornada do cliente, o cliente pode ter tido uma jornada 99% excelente, porém um problema na entrega pode fazer com ele de uma nota baixa.  </a:t>
            </a:r>
          </a:p>
          <a:p>
            <a:pPr marL="0" indent="0">
              <a:buNone/>
            </a:pPr>
            <a:r>
              <a:rPr lang="pt-BR" sz="1400" b="1" dirty="0">
                <a:latin typeface="Arial" panose="020B0604020202020204" pitchFamily="34" charset="0"/>
                <a:cs typeface="Arial" panose="020B0604020202020204" pitchFamily="34" charset="0"/>
              </a:rPr>
              <a:t>Níveis de agregação: </a:t>
            </a:r>
            <a:r>
              <a:rPr lang="pt-BR" sz="1400" dirty="0">
                <a:latin typeface="Arial" panose="020B0604020202020204" pitchFamily="34" charset="0"/>
                <a:cs typeface="Arial" panose="020B0604020202020204" pitchFamily="34" charset="0"/>
              </a:rPr>
              <a:t>Os dados estão categorizados em nível de região, podendo dessa forma omitir detalhes granulares, como por exemplo, podemos ter um problema de entrega em uma única cidade da região norte, não refletindo a situação da região como um todo. </a:t>
            </a:r>
          </a:p>
          <a:p>
            <a:pPr marL="0" indent="0">
              <a:buNone/>
            </a:pPr>
            <a:endParaRPr lang="pt-BR" sz="1400" dirty="0">
              <a:latin typeface="Arial" panose="020B0604020202020204" pitchFamily="34" charset="0"/>
              <a:cs typeface="Arial" panose="020B0604020202020204" pitchFamily="34" charset="0"/>
            </a:endParaRPr>
          </a:p>
          <a:p>
            <a:pPr marL="0" indent="0">
              <a:buNone/>
            </a:pPr>
            <a:endParaRPr lang="pt-B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800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rtlCol="0"/>
          <a:lstStyle>
            <a:defPPr>
              <a:defRPr lang="pt-BR"/>
            </a:defPPr>
          </a:lstStyle>
          <a:p>
            <a:pPr rtl="0"/>
            <a:r>
              <a:rPr lang="pt-BR"/>
              <a:t>Obrigado</a:t>
            </a:r>
          </a:p>
        </p:txBody>
      </p:sp>
      <p:sp>
        <p:nvSpPr>
          <p:cNvPr id="3" name="Espaço Reservado para Texto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49552"/>
            <a:ext cx="5486400" cy="1645920"/>
          </a:xfrm>
        </p:spPr>
        <p:txBody>
          <a:bodyPr rtlCol="0"/>
          <a:lstStyle>
            <a:defPPr>
              <a:defRPr lang="pt-BR"/>
            </a:defPPr>
          </a:lstStyle>
          <a:p>
            <a:pPr rtl="0"/>
            <a:r>
              <a:rPr lang="pt-BR" dirty="0"/>
              <a:t>Anderson Sarilio</a:t>
            </a:r>
          </a:p>
          <a:p>
            <a:pPr rtl="0"/>
            <a:r>
              <a:rPr lang="pt-BR" dirty="0"/>
              <a:t>RM 371709</a:t>
            </a:r>
          </a:p>
          <a:p>
            <a:pPr rtl="0"/>
            <a:r>
              <a:rPr lang="pt-BR" dirty="0"/>
              <a:t>1IAST – Fase1</a:t>
            </a:r>
          </a:p>
          <a:p>
            <a:pPr rtl="0"/>
            <a:r>
              <a:rPr lang="pt-BR" dirty="0"/>
              <a:t>www.fiap.com.br</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Personalizado">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89_TF78853419_Win32" id="{854A30D2-9E34-488C-9C98-B452D2CBAD89}" vid="{DA39436B-3821-44D5-9B65-C78155AED975}"/>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{31D46BD9-834E-407B-8DB7-50FC482F3A35}TFd3b75063-ff25-434d-b12c-efeaf07d16c313a04d44_win32-67ca2883bb17</Template>
  <TotalTime>197</TotalTime>
  <Words>803</Words>
  <Application>Microsoft Office PowerPoint</Application>
  <PresentationFormat>Widescreen</PresentationFormat>
  <Paragraphs>75</Paragraphs>
  <Slides>8</Slides>
  <Notes>8</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8</vt:i4>
      </vt:variant>
    </vt:vector>
  </HeadingPairs>
  <TitlesOfParts>
    <vt:vector size="14" baseType="lpstr">
      <vt:lpstr>Arial</vt:lpstr>
      <vt:lpstr>Arial Black</vt:lpstr>
      <vt:lpstr>Calibri</vt:lpstr>
      <vt:lpstr>Franklin Gothic Book</vt:lpstr>
      <vt:lpstr>Franklin Gothic Demi</vt:lpstr>
      <vt:lpstr>Personalizado</vt:lpstr>
      <vt:lpstr>E-Commerce Análise de satisfação dos clientes</vt:lpstr>
      <vt:lpstr>Agenda</vt:lpstr>
      <vt:lpstr>Nossos desafios</vt:lpstr>
      <vt:lpstr>Nossos desafios</vt:lpstr>
      <vt:lpstr>Satisfação dos clientes</vt:lpstr>
      <vt:lpstr>Satisfação dos clientes</vt:lpstr>
      <vt:lpstr>Iniciativas e Riscos</vt:lpstr>
      <vt:lpstr>Obrigado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TechChallenge Fase1 - 1IAST 2026</dc:title>
  <dc:creator>Anderson Sarilio</dc:creator>
  <cp:lastModifiedBy>a27405</cp:lastModifiedBy>
  <cp:revision>2</cp:revision>
  <dcterms:created xsi:type="dcterms:W3CDTF">2026-05-02T23:47:21Z</dcterms:created>
  <dcterms:modified xsi:type="dcterms:W3CDTF">2026-05-03T03:05:02Z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